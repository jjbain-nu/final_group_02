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57" r:id="rId3"/>
    <p:sldId id="256" r:id="rId4"/>
    <p:sldId id="277" r:id="rId5"/>
    <p:sldId id="258" r:id="rId6"/>
    <p:sldId id="261" r:id="rId7"/>
    <p:sldId id="262" r:id="rId8"/>
    <p:sldId id="263" r:id="rId9"/>
    <p:sldId id="264" r:id="rId10"/>
    <p:sldId id="278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8BF8D-7AB2-40BE-8B8B-3D695A201F61}" v="15" dt="2026-08-03T00:57:25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44" y="2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n Otani" userId="68bc93d23af0721c" providerId="LiveId" clId="{0ABE1F47-F37A-4653-9115-7D5C6E400A92}"/>
    <pc:docChg chg="undo custSel addSld delSld modSld">
      <pc:chgData name="Yushin Otani" userId="68bc93d23af0721c" providerId="LiveId" clId="{0ABE1F47-F37A-4653-9115-7D5C6E400A92}" dt="2026-08-03T00:58:36.615" v="1309" actId="1076"/>
      <pc:docMkLst>
        <pc:docMk/>
      </pc:docMkLst>
      <pc:sldChg chg="addSp delSp modSp mod">
        <pc:chgData name="Yushin Otani" userId="68bc93d23af0721c" providerId="LiveId" clId="{0ABE1F47-F37A-4653-9115-7D5C6E400A92}" dt="2026-08-03T00:17:02.301" v="171" actId="20577"/>
        <pc:sldMkLst>
          <pc:docMk/>
          <pc:sldMk cId="852626728" sldId="256"/>
        </pc:sldMkLst>
        <pc:spChg chg="mod">
          <ac:chgData name="Yushin Otani" userId="68bc93d23af0721c" providerId="LiveId" clId="{0ABE1F47-F37A-4653-9115-7D5C6E400A92}" dt="2026-08-03T00:17:02.301" v="171" actId="20577"/>
          <ac:spMkLst>
            <pc:docMk/>
            <pc:sldMk cId="852626728" sldId="256"/>
            <ac:spMk id="15" creationId="{DB1BD708-9318-96A2-EC0E-653654196E6A}"/>
          </ac:spMkLst>
        </pc:spChg>
        <pc:spChg chg="mod">
          <ac:chgData name="Yushin Otani" userId="68bc93d23af0721c" providerId="LiveId" clId="{0ABE1F47-F37A-4653-9115-7D5C6E400A92}" dt="2026-08-03T00:13:45.022" v="164" actId="20577"/>
          <ac:spMkLst>
            <pc:docMk/>
            <pc:sldMk cId="852626728" sldId="256"/>
            <ac:spMk id="25" creationId="{3E9CA20F-E374-0571-B262-072F50EFF182}"/>
          </ac:spMkLst>
        </pc:spChg>
        <pc:spChg chg="del">
          <ac:chgData name="Yushin Otani" userId="68bc93d23af0721c" providerId="LiveId" clId="{0ABE1F47-F37A-4653-9115-7D5C6E400A92}" dt="2026-08-03T00:12:35.641" v="114" actId="478"/>
          <ac:spMkLst>
            <pc:docMk/>
            <pc:sldMk cId="852626728" sldId="256"/>
            <ac:spMk id="38" creationId="{70B20301-D6F9-A8B3-4EDF-B237893C0665}"/>
          </ac:spMkLst>
        </pc:spChg>
        <pc:cxnChg chg="add mod">
          <ac:chgData name="Yushin Otani" userId="68bc93d23af0721c" providerId="LiveId" clId="{0ABE1F47-F37A-4653-9115-7D5C6E400A92}" dt="2026-08-03T00:12:58.731" v="129" actId="1037"/>
          <ac:cxnSpMkLst>
            <pc:docMk/>
            <pc:sldMk cId="852626728" sldId="256"/>
            <ac:cxnSpMk id="2" creationId="{D4518ADB-33CE-C0C4-6D5E-F6FE0B576055}"/>
          </ac:cxnSpMkLst>
        </pc:cxnChg>
        <pc:cxnChg chg="add mod">
          <ac:chgData name="Yushin Otani" userId="68bc93d23af0721c" providerId="LiveId" clId="{0ABE1F47-F37A-4653-9115-7D5C6E400A92}" dt="2026-08-03T00:13:04.096" v="132" actId="14100"/>
          <ac:cxnSpMkLst>
            <pc:docMk/>
            <pc:sldMk cId="852626728" sldId="256"/>
            <ac:cxnSpMk id="21" creationId="{4942D6BB-6AFD-B58A-830D-E8AACD9256DE}"/>
          </ac:cxnSpMkLst>
        </pc:cxnChg>
        <pc:cxnChg chg="add mod">
          <ac:chgData name="Yushin Otani" userId="68bc93d23af0721c" providerId="LiveId" clId="{0ABE1F47-F37A-4653-9115-7D5C6E400A92}" dt="2026-08-03T00:13:14.075" v="139" actId="1036"/>
          <ac:cxnSpMkLst>
            <pc:docMk/>
            <pc:sldMk cId="852626728" sldId="256"/>
            <ac:cxnSpMk id="24" creationId="{7119EDBA-78C0-887A-D682-838B44F9A714}"/>
          </ac:cxnSpMkLst>
        </pc:cxnChg>
        <pc:cxnChg chg="del">
          <ac:chgData name="Yushin Otani" userId="68bc93d23af0721c" providerId="LiveId" clId="{0ABE1F47-F37A-4653-9115-7D5C6E400A92}" dt="2026-08-03T00:12:48.988" v="119" actId="478"/>
          <ac:cxnSpMkLst>
            <pc:docMk/>
            <pc:sldMk cId="852626728" sldId="256"/>
            <ac:cxnSpMk id="31" creationId="{8CAA856F-E357-2EED-02B5-39C1395B8EB4}"/>
          </ac:cxnSpMkLst>
        </pc:cxnChg>
        <pc:cxnChg chg="del">
          <ac:chgData name="Yushin Otani" userId="68bc93d23af0721c" providerId="LiveId" clId="{0ABE1F47-F37A-4653-9115-7D5C6E400A92}" dt="2026-08-03T00:12:46.088" v="117" actId="478"/>
          <ac:cxnSpMkLst>
            <pc:docMk/>
            <pc:sldMk cId="852626728" sldId="256"/>
            <ac:cxnSpMk id="33" creationId="{F354ED5F-1AF0-BB28-199A-11FB0B896F44}"/>
          </ac:cxnSpMkLst>
        </pc:cxnChg>
        <pc:cxnChg chg="del">
          <ac:chgData name="Yushin Otani" userId="68bc93d23af0721c" providerId="LiveId" clId="{0ABE1F47-F37A-4653-9115-7D5C6E400A92}" dt="2026-08-03T00:12:41.310" v="115" actId="478"/>
          <ac:cxnSpMkLst>
            <pc:docMk/>
            <pc:sldMk cId="852626728" sldId="256"/>
            <ac:cxnSpMk id="34" creationId="{4FED238F-04C3-D11F-BF35-D812713E44F3}"/>
          </ac:cxnSpMkLst>
        </pc:cxnChg>
        <pc:cxnChg chg="del">
          <ac:chgData name="Yushin Otani" userId="68bc93d23af0721c" providerId="LiveId" clId="{0ABE1F47-F37A-4653-9115-7D5C6E400A92}" dt="2026-08-03T00:12:43.751" v="116" actId="478"/>
          <ac:cxnSpMkLst>
            <pc:docMk/>
            <pc:sldMk cId="852626728" sldId="256"/>
            <ac:cxnSpMk id="62" creationId="{3D9A2136-2402-164D-7E1A-536EF325E478}"/>
          </ac:cxnSpMkLst>
        </pc:cxnChg>
        <pc:cxnChg chg="del">
          <ac:chgData name="Yushin Otani" userId="68bc93d23af0721c" providerId="LiveId" clId="{0ABE1F47-F37A-4653-9115-7D5C6E400A92}" dt="2026-08-03T00:12:47.532" v="118" actId="478"/>
          <ac:cxnSpMkLst>
            <pc:docMk/>
            <pc:sldMk cId="852626728" sldId="256"/>
            <ac:cxnSpMk id="66" creationId="{547D24B6-0424-1843-B460-F4A42F095E16}"/>
          </ac:cxnSpMkLst>
        </pc:cxnChg>
        <pc:cxnChg chg="del">
          <ac:chgData name="Yushin Otani" userId="68bc93d23af0721c" providerId="LiveId" clId="{0ABE1F47-F37A-4653-9115-7D5C6E400A92}" dt="2026-08-03T00:12:52.606" v="120" actId="478"/>
          <ac:cxnSpMkLst>
            <pc:docMk/>
            <pc:sldMk cId="852626728" sldId="256"/>
            <ac:cxnSpMk id="67" creationId="{5CA57781-5926-A120-8B6A-66F8FB5C8940}"/>
          </ac:cxnSpMkLst>
        </pc:cxnChg>
      </pc:sldChg>
      <pc:sldChg chg="addSp delSp modSp mod">
        <pc:chgData name="Yushin Otani" userId="68bc93d23af0721c" providerId="LiveId" clId="{0ABE1F47-F37A-4653-9115-7D5C6E400A92}" dt="2026-08-03T00:48:31.977" v="1157" actId="948"/>
        <pc:sldMkLst>
          <pc:docMk/>
          <pc:sldMk cId="0" sldId="257"/>
        </pc:sldMkLst>
        <pc:spChg chg="add del mod">
          <ac:chgData name="Yushin Otani" userId="68bc93d23af0721c" providerId="LiveId" clId="{0ABE1F47-F37A-4653-9115-7D5C6E400A92}" dt="2026-08-03T00:01:43.072" v="110" actId="478"/>
          <ac:spMkLst>
            <pc:docMk/>
            <pc:sldMk cId="0" sldId="257"/>
            <ac:spMk id="3" creationId="{25D93F61-3003-6F80-77A7-A8290641DE01}"/>
          </ac:spMkLst>
        </pc:spChg>
        <pc:spChg chg="mod">
          <ac:chgData name="Yushin Otani" userId="68bc93d23af0721c" providerId="LiveId" clId="{0ABE1F47-F37A-4653-9115-7D5C6E400A92}" dt="2026-08-03T00:48:31.977" v="1157" actId="948"/>
          <ac:spMkLst>
            <pc:docMk/>
            <pc:sldMk cId="0" sldId="257"/>
            <ac:spMk id="32" creationId="{00000000-0000-0000-0000-000000000000}"/>
          </ac:spMkLst>
        </pc:spChg>
        <pc:spChg chg="mod">
          <ac:chgData name="Yushin Otani" userId="68bc93d23af0721c" providerId="LiveId" clId="{0ABE1F47-F37A-4653-9115-7D5C6E400A92}" dt="2026-08-03T00:47:51.966" v="1151" actId="20577"/>
          <ac:spMkLst>
            <pc:docMk/>
            <pc:sldMk cId="0" sldId="257"/>
            <ac:spMk id="42" creationId="{00000000-0000-0000-0000-000000000000}"/>
          </ac:spMkLst>
        </pc:spChg>
      </pc:sldChg>
      <pc:sldChg chg="modSp mod">
        <pc:chgData name="Yushin Otani" userId="68bc93d23af0721c" providerId="LiveId" clId="{0ABE1F47-F37A-4653-9115-7D5C6E400A92}" dt="2026-08-03T00:57:50.484" v="1299" actId="20577"/>
        <pc:sldMkLst>
          <pc:docMk/>
          <pc:sldMk cId="0" sldId="258"/>
        </pc:sldMkLst>
        <pc:spChg chg="mod">
          <ac:chgData name="Yushin Otani" userId="68bc93d23af0721c" providerId="LiveId" clId="{0ABE1F47-F37A-4653-9115-7D5C6E400A92}" dt="2026-08-03T00:57:43.989" v="1294" actId="20577"/>
          <ac:spMkLst>
            <pc:docMk/>
            <pc:sldMk cId="0" sldId="258"/>
            <ac:spMk id="14" creationId="{301D4628-F8B4-B700-F09F-C9F26900AE76}"/>
          </ac:spMkLst>
        </pc:spChg>
        <pc:spChg chg="mod">
          <ac:chgData name="Yushin Otani" userId="68bc93d23af0721c" providerId="LiveId" clId="{0ABE1F47-F37A-4653-9115-7D5C6E400A92}" dt="2026-08-03T00:57:50.484" v="1299" actId="20577"/>
          <ac:spMkLst>
            <pc:docMk/>
            <pc:sldMk cId="0" sldId="258"/>
            <ac:spMk id="15" creationId="{630EADE1-3500-6A42-1108-B2BA7EFE3116}"/>
          </ac:spMkLst>
        </pc:spChg>
        <pc:spChg chg="mod">
          <ac:chgData name="Yushin Otani" userId="68bc93d23af0721c" providerId="LiveId" clId="{0ABE1F47-F37A-4653-9115-7D5C6E400A92}" dt="2026-08-03T00:17:37.631" v="174" actId="20577"/>
          <ac:spMkLst>
            <pc:docMk/>
            <pc:sldMk cId="0" sldId="258"/>
            <ac:spMk id="31" creationId="{00000000-0000-0000-0000-000000000000}"/>
          </ac:spMkLst>
        </pc:spChg>
      </pc:sldChg>
      <pc:sldChg chg="addSp delSp modSp mod">
        <pc:chgData name="Yushin Otani" userId="68bc93d23af0721c" providerId="LiveId" clId="{0ABE1F47-F37A-4653-9115-7D5C6E400A92}" dt="2026-08-02T14:30:04.114" v="19"/>
        <pc:sldMkLst>
          <pc:docMk/>
          <pc:sldMk cId="0" sldId="259"/>
        </pc:sldMkLst>
        <pc:spChg chg="del mod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Yushin Otani" userId="68bc93d23af0721c" providerId="LiveId" clId="{0ABE1F47-F37A-4653-9115-7D5C6E400A92}" dt="2026-08-02T14:30:03.619" v="17" actId="478"/>
          <ac:spMkLst>
            <pc:docMk/>
            <pc:sldMk cId="0" sldId="259"/>
            <ac:spMk id="24" creationId="{00000000-0000-0000-0000-000000000000}"/>
          </ac:spMkLst>
        </pc:spChg>
        <pc:picChg chg="add">
          <ac:chgData name="Yushin Otani" userId="68bc93d23af0721c" providerId="LiveId" clId="{0ABE1F47-F37A-4653-9115-7D5C6E400A92}" dt="2026-08-02T14:29:56.186" v="16"/>
          <ac:picMkLst>
            <pc:docMk/>
            <pc:sldMk cId="0" sldId="259"/>
            <ac:picMk id="2" creationId="{D6333B75-F9EC-4816-5F6E-4467F9DA3380}"/>
          </ac:picMkLst>
        </pc:picChg>
        <pc:picChg chg="add mod">
          <ac:chgData name="Yushin Otani" userId="68bc93d23af0721c" providerId="LiveId" clId="{0ABE1F47-F37A-4653-9115-7D5C6E400A92}" dt="2026-08-02T14:30:04.114" v="19"/>
          <ac:picMkLst>
            <pc:docMk/>
            <pc:sldMk cId="0" sldId="259"/>
            <ac:picMk id="4" creationId="{8F99F40A-BFEB-AF6E-407A-A92E656C61CA}"/>
          </ac:picMkLst>
        </pc:picChg>
      </pc:sldChg>
      <pc:sldChg chg="modSp mod">
        <pc:chgData name="Yushin Otani" userId="68bc93d23af0721c" providerId="LiveId" clId="{0ABE1F47-F37A-4653-9115-7D5C6E400A92}" dt="2026-08-03T00:58:17.944" v="1307" actId="3064"/>
        <pc:sldMkLst>
          <pc:docMk/>
          <pc:sldMk cId="0" sldId="261"/>
        </pc:sldMkLst>
        <pc:spChg chg="mod">
          <ac:chgData name="Yushin Otani" userId="68bc93d23af0721c" providerId="LiveId" clId="{0ABE1F47-F37A-4653-9115-7D5C6E400A92}" dt="2026-08-03T00:58:17.944" v="1307" actId="3064"/>
          <ac:spMkLst>
            <pc:docMk/>
            <pc:sldMk cId="0" sldId="261"/>
            <ac:spMk id="961" creationId="{D5E33C27-F6BF-7D8C-7F6F-8714D0D5FF9E}"/>
          </ac:spMkLst>
        </pc:spChg>
      </pc:sldChg>
      <pc:sldChg chg="addSp delSp modSp mod">
        <pc:chgData name="Yushin Otani" userId="68bc93d23af0721c" providerId="LiveId" clId="{0ABE1F47-F37A-4653-9115-7D5C6E400A92}" dt="2026-08-03T00:57:25.012" v="1292"/>
        <pc:sldMkLst>
          <pc:docMk/>
          <pc:sldMk cId="0" sldId="263"/>
        </pc:sldMkLst>
        <pc:spChg chg="mod">
          <ac:chgData name="Yushin Otani" userId="68bc93d23af0721c" providerId="LiveId" clId="{0ABE1F47-F37A-4653-9115-7D5C6E400A92}" dt="2026-08-03T00:57:03.961" v="1270" actId="20577"/>
          <ac:spMkLst>
            <pc:docMk/>
            <pc:sldMk cId="0" sldId="263"/>
            <ac:spMk id="4" creationId="{CDABD9A9-7154-46BE-FAF0-BA0A74A39C50}"/>
          </ac:spMkLst>
        </pc:spChg>
        <pc:spChg chg="mod">
          <ac:chgData name="Yushin Otani" userId="68bc93d23af0721c" providerId="LiveId" clId="{0ABE1F47-F37A-4653-9115-7D5C6E400A92}" dt="2026-08-03T00:51:08.401" v="1207" actId="1076"/>
          <ac:spMkLst>
            <pc:docMk/>
            <pc:sldMk cId="0" sldId="263"/>
            <ac:spMk id="6" creationId="{BDC2E19C-5188-FC9B-1CA0-8BC2A78A6DD9}"/>
          </ac:spMkLst>
        </pc:spChg>
        <pc:spChg chg="mod">
          <ac:chgData name="Yushin Otani" userId="68bc93d23af0721c" providerId="LiveId" clId="{0ABE1F47-F37A-4653-9115-7D5C6E400A92}" dt="2026-08-03T00:54:10.916" v="1239" actId="20577"/>
          <ac:spMkLst>
            <pc:docMk/>
            <pc:sldMk cId="0" sldId="263"/>
            <ac:spMk id="9" creationId="{466408FA-7A5B-ECBC-C7C3-B1F3A19FAFA3}"/>
          </ac:spMkLst>
        </pc:spChg>
        <pc:spChg chg="mod">
          <ac:chgData name="Yushin Otani" userId="68bc93d23af0721c" providerId="LiveId" clId="{0ABE1F47-F37A-4653-9115-7D5C6E400A92}" dt="2026-08-03T00:57:25.012" v="1292"/>
          <ac:spMkLst>
            <pc:docMk/>
            <pc:sldMk cId="0" sldId="263"/>
            <ac:spMk id="43" creationId="{AB98ADC1-2464-6E55-83AD-D0ED5FED8059}"/>
          </ac:spMkLst>
        </pc:spChg>
        <pc:spChg chg="mod">
          <ac:chgData name="Yushin Otani" userId="68bc93d23af0721c" providerId="LiveId" clId="{0ABE1F47-F37A-4653-9115-7D5C6E400A92}" dt="2026-08-03T00:51:08.401" v="1207" actId="1076"/>
          <ac:spMkLst>
            <pc:docMk/>
            <pc:sldMk cId="0" sldId="263"/>
            <ac:spMk id="52" creationId="{A7457E58-0417-08FA-F0DA-686629EB7838}"/>
          </ac:spMkLst>
        </pc:spChg>
        <pc:spChg chg="del">
          <ac:chgData name="Yushin Otani" userId="68bc93d23af0721c" providerId="LiveId" clId="{0ABE1F47-F37A-4653-9115-7D5C6E400A92}" dt="2026-08-03T00:50:57.405" v="1204" actId="478"/>
          <ac:spMkLst>
            <pc:docMk/>
            <pc:sldMk cId="0" sldId="263"/>
            <ac:spMk id="962" creationId="{AA35B0E7-16D0-5758-7AD1-1AEFCFE902AC}"/>
          </ac:spMkLst>
        </pc:spChg>
        <pc:spChg chg="mod">
          <ac:chgData name="Yushin Otani" userId="68bc93d23af0721c" providerId="LiveId" clId="{0ABE1F47-F37A-4653-9115-7D5C6E400A92}" dt="2026-08-03T00:52:24.735" v="1219" actId="20577"/>
          <ac:spMkLst>
            <pc:docMk/>
            <pc:sldMk cId="0" sldId="263"/>
            <ac:spMk id="1008" creationId="{93E456AD-6372-F461-F865-BC2F41559D86}"/>
          </ac:spMkLst>
        </pc:spChg>
        <pc:spChg chg="mod">
          <ac:chgData name="Yushin Otani" userId="68bc93d23af0721c" providerId="LiveId" clId="{0ABE1F47-F37A-4653-9115-7D5C6E400A92}" dt="2026-08-03T00:53:54.399" v="1230" actId="20577"/>
          <ac:spMkLst>
            <pc:docMk/>
            <pc:sldMk cId="0" sldId="263"/>
            <ac:spMk id="1051" creationId="{33BB635F-4F45-E4EC-8022-C37DF4B186A0}"/>
          </ac:spMkLst>
        </pc:spChg>
        <pc:cxnChg chg="mod">
          <ac:chgData name="Yushin Otani" userId="68bc93d23af0721c" providerId="LiveId" clId="{0ABE1F47-F37A-4653-9115-7D5C6E400A92}" dt="2026-08-03T00:51:08.401" v="1207" actId="1076"/>
          <ac:cxnSpMkLst>
            <pc:docMk/>
            <pc:sldMk cId="0" sldId="263"/>
            <ac:cxnSpMk id="16" creationId="{E67A8CDD-3A6B-C468-9A98-5D7F22D174D7}"/>
          </ac:cxnSpMkLst>
        </pc:cxnChg>
        <pc:cxnChg chg="add mod">
          <ac:chgData name="Yushin Otani" userId="68bc93d23af0721c" providerId="LiveId" clId="{0ABE1F47-F37A-4653-9115-7D5C6E400A92}" dt="2026-08-03T00:51:15.867" v="1210" actId="14100"/>
          <ac:cxnSpMkLst>
            <pc:docMk/>
            <pc:sldMk cId="0" sldId="263"/>
            <ac:cxnSpMk id="21" creationId="{167DA91A-E5CB-D7B0-A217-3F5B9F41E6DE}"/>
          </ac:cxnSpMkLst>
        </pc:cxnChg>
        <pc:cxnChg chg="mod">
          <ac:chgData name="Yushin Otani" userId="68bc93d23af0721c" providerId="LiveId" clId="{0ABE1F47-F37A-4653-9115-7D5C6E400A92}" dt="2026-08-03T00:51:08.401" v="1207" actId="1076"/>
          <ac:cxnSpMkLst>
            <pc:docMk/>
            <pc:sldMk cId="0" sldId="263"/>
            <ac:cxnSpMk id="26" creationId="{FCECCBFA-6237-0E4D-E9E2-4F2FA605EF84}"/>
          </ac:cxnSpMkLst>
        </pc:cxnChg>
        <pc:cxnChg chg="del mod">
          <ac:chgData name="Yushin Otani" userId="68bc93d23af0721c" providerId="LiveId" clId="{0ABE1F47-F37A-4653-9115-7D5C6E400A92}" dt="2026-08-03T00:50:51.256" v="1203" actId="478"/>
          <ac:cxnSpMkLst>
            <pc:docMk/>
            <pc:sldMk cId="0" sldId="263"/>
            <ac:cxnSpMk id="963" creationId="{727DB814-F874-AD79-0174-A9F67CB43BF1}"/>
          </ac:cxnSpMkLst>
        </pc:cxnChg>
        <pc:cxnChg chg="del mod">
          <ac:chgData name="Yushin Otani" userId="68bc93d23af0721c" providerId="LiveId" clId="{0ABE1F47-F37A-4653-9115-7D5C6E400A92}" dt="2026-08-03T00:50:59.212" v="1205" actId="478"/>
          <ac:cxnSpMkLst>
            <pc:docMk/>
            <pc:sldMk cId="0" sldId="263"/>
            <ac:cxnSpMk id="969" creationId="{7BB71081-C88D-FA25-77EB-13AAC9DF8DCC}"/>
          </ac:cxnSpMkLst>
        </pc:cxnChg>
        <pc:cxnChg chg="mod">
          <ac:chgData name="Yushin Otani" userId="68bc93d23af0721c" providerId="LiveId" clId="{0ABE1F47-F37A-4653-9115-7D5C6E400A92}" dt="2026-08-03T00:51:08.401" v="1207" actId="1076"/>
          <ac:cxnSpMkLst>
            <pc:docMk/>
            <pc:sldMk cId="0" sldId="263"/>
            <ac:cxnSpMk id="972" creationId="{7CEC6515-FE3D-EFEF-62BC-8DAF05D136A9}"/>
          </ac:cxnSpMkLst>
        </pc:cxnChg>
        <pc:cxnChg chg="del mod">
          <ac:chgData name="Yushin Otani" userId="68bc93d23af0721c" providerId="LiveId" clId="{0ABE1F47-F37A-4653-9115-7D5C6E400A92}" dt="2026-08-03T00:52:37.900" v="1220" actId="478"/>
          <ac:cxnSpMkLst>
            <pc:docMk/>
            <pc:sldMk cId="0" sldId="263"/>
            <ac:cxnSpMk id="1047" creationId="{1C70C9FE-A72C-920A-866C-F8B654FEC1BD}"/>
          </ac:cxnSpMkLst>
        </pc:cxnChg>
      </pc:sldChg>
      <pc:sldChg chg="del">
        <pc:chgData name="Yushin Otani" userId="68bc93d23af0721c" providerId="LiveId" clId="{0ABE1F47-F37A-4653-9115-7D5C6E400A92}" dt="2026-08-02T14:26:03.430" v="0" actId="47"/>
        <pc:sldMkLst>
          <pc:docMk/>
          <pc:sldMk cId="0" sldId="265"/>
        </pc:sldMkLst>
      </pc:sldChg>
      <pc:sldChg chg="del">
        <pc:chgData name="Yushin Otani" userId="68bc93d23af0721c" providerId="LiveId" clId="{0ABE1F47-F37A-4653-9115-7D5C6E400A92}" dt="2026-08-02T14:26:05.675" v="1" actId="47"/>
        <pc:sldMkLst>
          <pc:docMk/>
          <pc:sldMk cId="0" sldId="266"/>
        </pc:sldMkLst>
      </pc:sldChg>
      <pc:sldChg chg="del">
        <pc:chgData name="Yushin Otani" userId="68bc93d23af0721c" providerId="LiveId" clId="{0ABE1F47-F37A-4653-9115-7D5C6E400A92}" dt="2026-08-02T14:26:07.545" v="2" actId="47"/>
        <pc:sldMkLst>
          <pc:docMk/>
          <pc:sldMk cId="0" sldId="267"/>
        </pc:sldMkLst>
      </pc:sldChg>
      <pc:sldChg chg="del">
        <pc:chgData name="Yushin Otani" userId="68bc93d23af0721c" providerId="LiveId" clId="{0ABE1F47-F37A-4653-9115-7D5C6E400A92}" dt="2026-08-02T14:26:09.664" v="3" actId="47"/>
        <pc:sldMkLst>
          <pc:docMk/>
          <pc:sldMk cId="0" sldId="268"/>
        </pc:sldMkLst>
      </pc:sldChg>
      <pc:sldChg chg="del">
        <pc:chgData name="Yushin Otani" userId="68bc93d23af0721c" providerId="LiveId" clId="{0ABE1F47-F37A-4653-9115-7D5C6E400A92}" dt="2026-08-02T14:26:11.470" v="4" actId="47"/>
        <pc:sldMkLst>
          <pc:docMk/>
          <pc:sldMk cId="0" sldId="269"/>
        </pc:sldMkLst>
      </pc:sldChg>
      <pc:sldChg chg="del">
        <pc:chgData name="Yushin Otani" userId="68bc93d23af0721c" providerId="LiveId" clId="{0ABE1F47-F37A-4653-9115-7D5C6E400A92}" dt="2026-08-02T14:26:13.670" v="5" actId="47"/>
        <pc:sldMkLst>
          <pc:docMk/>
          <pc:sldMk cId="0" sldId="270"/>
        </pc:sldMkLst>
      </pc:sldChg>
      <pc:sldChg chg="del">
        <pc:chgData name="Yushin Otani" userId="68bc93d23af0721c" providerId="LiveId" clId="{0ABE1F47-F37A-4653-9115-7D5C6E400A92}" dt="2026-08-02T14:26:15.957" v="6" actId="47"/>
        <pc:sldMkLst>
          <pc:docMk/>
          <pc:sldMk cId="0" sldId="271"/>
        </pc:sldMkLst>
      </pc:sldChg>
      <pc:sldChg chg="del">
        <pc:chgData name="Yushin Otani" userId="68bc93d23af0721c" providerId="LiveId" clId="{0ABE1F47-F37A-4653-9115-7D5C6E400A92}" dt="2026-08-02T14:26:30.833" v="7" actId="47"/>
        <pc:sldMkLst>
          <pc:docMk/>
          <pc:sldMk cId="0" sldId="272"/>
        </pc:sldMkLst>
      </pc:sldChg>
      <pc:sldChg chg="del">
        <pc:chgData name="Yushin Otani" userId="68bc93d23af0721c" providerId="LiveId" clId="{0ABE1F47-F37A-4653-9115-7D5C6E400A92}" dt="2026-08-02T14:26:33.203" v="8" actId="47"/>
        <pc:sldMkLst>
          <pc:docMk/>
          <pc:sldMk cId="0" sldId="273"/>
        </pc:sldMkLst>
      </pc:sldChg>
      <pc:sldChg chg="del">
        <pc:chgData name="Yushin Otani" userId="68bc93d23af0721c" providerId="LiveId" clId="{0ABE1F47-F37A-4653-9115-7D5C6E400A92}" dt="2026-08-02T14:26:34.881" v="9" actId="47"/>
        <pc:sldMkLst>
          <pc:docMk/>
          <pc:sldMk cId="0" sldId="274"/>
        </pc:sldMkLst>
      </pc:sldChg>
      <pc:sldChg chg="del">
        <pc:chgData name="Yushin Otani" userId="68bc93d23af0721c" providerId="LiveId" clId="{0ABE1F47-F37A-4653-9115-7D5C6E400A92}" dt="2026-08-02T14:26:37.051" v="10" actId="47"/>
        <pc:sldMkLst>
          <pc:docMk/>
          <pc:sldMk cId="0" sldId="275"/>
        </pc:sldMkLst>
      </pc:sldChg>
      <pc:sldChg chg="del">
        <pc:chgData name="Yushin Otani" userId="68bc93d23af0721c" providerId="LiveId" clId="{0ABE1F47-F37A-4653-9115-7D5C6E400A92}" dt="2026-08-02T14:26:39.212" v="11" actId="47"/>
        <pc:sldMkLst>
          <pc:docMk/>
          <pc:sldMk cId="0" sldId="276"/>
        </pc:sldMkLst>
      </pc:sldChg>
      <pc:sldChg chg="addSp modSp mod">
        <pc:chgData name="Yushin Otani" userId="68bc93d23af0721c" providerId="LiveId" clId="{0ABE1F47-F37A-4653-9115-7D5C6E400A92}" dt="2026-08-02T14:27:16.988" v="13" actId="20577"/>
        <pc:sldMkLst>
          <pc:docMk/>
          <pc:sldMk cId="393930894" sldId="277"/>
        </pc:sldMkLst>
        <pc:spChg chg="add mod">
          <ac:chgData name="Yushin Otani" userId="68bc93d23af0721c" providerId="LiveId" clId="{0ABE1F47-F37A-4653-9115-7D5C6E400A92}" dt="2026-08-02T14:27:16.988" v="13" actId="20577"/>
          <ac:spMkLst>
            <pc:docMk/>
            <pc:sldMk cId="393930894" sldId="277"/>
            <ac:spMk id="7" creationId="{5A51B6C9-7600-0468-700F-47013EDCEC66}"/>
          </ac:spMkLst>
        </pc:spChg>
      </pc:sldChg>
      <pc:sldChg chg="addSp delSp modSp new mod setBg">
        <pc:chgData name="Yushin Otani" userId="68bc93d23af0721c" providerId="LiveId" clId="{0ABE1F47-F37A-4653-9115-7D5C6E400A92}" dt="2026-08-03T00:58:36.615" v="1309" actId="1076"/>
        <pc:sldMkLst>
          <pc:docMk/>
          <pc:sldMk cId="1387434501" sldId="278"/>
        </pc:sldMkLst>
        <pc:spChg chg="add ord">
          <ac:chgData name="Yushin Otani" userId="68bc93d23af0721c" providerId="LiveId" clId="{0ABE1F47-F37A-4653-9115-7D5C6E400A92}" dt="2026-08-03T00:24:50.450" v="322" actId="26606"/>
          <ac:spMkLst>
            <pc:docMk/>
            <pc:sldMk cId="1387434501" sldId="278"/>
            <ac:spMk id="3" creationId="{ECF01602-DEA6-7D12-58F6-9F13CA3E0968}"/>
          </ac:spMkLst>
        </pc:spChg>
        <pc:spChg chg="add mod">
          <ac:chgData name="Yushin Otani" userId="68bc93d23af0721c" providerId="LiveId" clId="{0ABE1F47-F37A-4653-9115-7D5C6E400A92}" dt="2026-08-03T00:48:47.310" v="1163" actId="6549"/>
          <ac:spMkLst>
            <pc:docMk/>
            <pc:sldMk cId="1387434501" sldId="278"/>
            <ac:spMk id="5" creationId="{E04FCF26-568B-7EE4-5860-9B9004E9DE79}"/>
          </ac:spMkLst>
        </pc:spChg>
        <pc:spChg chg="add mod">
          <ac:chgData name="Yushin Otani" userId="68bc93d23af0721c" providerId="LiveId" clId="{0ABE1F47-F37A-4653-9115-7D5C6E400A92}" dt="2026-08-03T00:25:41.544" v="364" actId="20577"/>
          <ac:spMkLst>
            <pc:docMk/>
            <pc:sldMk cId="1387434501" sldId="278"/>
            <ac:spMk id="9" creationId="{F36C6B73-2809-FF4A-AD80-2669D38C65F4}"/>
          </ac:spMkLst>
        </pc:spChg>
        <pc:spChg chg="add del mod">
          <ac:chgData name="Yushin Otani" userId="68bc93d23af0721c" providerId="LiveId" clId="{0ABE1F47-F37A-4653-9115-7D5C6E400A92}" dt="2026-08-03T00:40:46.386" v="1044" actId="478"/>
          <ac:spMkLst>
            <pc:docMk/>
            <pc:sldMk cId="1387434501" sldId="278"/>
            <ac:spMk id="11" creationId="{4DD955ED-8FB1-5DCF-62A3-9047CE068EE7}"/>
          </ac:spMkLst>
        </pc:spChg>
        <pc:spChg chg="add del">
          <ac:chgData name="Yushin Otani" userId="68bc93d23af0721c" providerId="LiveId" clId="{0ABE1F47-F37A-4653-9115-7D5C6E400A92}" dt="2026-08-03T00:24:50.450" v="322" actId="26606"/>
          <ac:spMkLst>
            <pc:docMk/>
            <pc:sldMk cId="1387434501" sldId="278"/>
            <ac:spMk id="12" creationId="{BA79A7CF-01AF-4178-9369-94E0C90EB046}"/>
          </ac:spMkLst>
        </pc:spChg>
        <pc:spChg chg="add del">
          <ac:chgData name="Yushin Otani" userId="68bc93d23af0721c" providerId="LiveId" clId="{0ABE1F47-F37A-4653-9115-7D5C6E400A92}" dt="2026-08-03T00:24:50.450" v="322" actId="26606"/>
          <ac:spMkLst>
            <pc:docMk/>
            <pc:sldMk cId="1387434501" sldId="278"/>
            <ac:spMk id="14" creationId="{99413ED5-9ED4-4772-BCE4-2BCAE6B12E35}"/>
          </ac:spMkLst>
        </pc:spChg>
        <pc:spChg chg="add mod">
          <ac:chgData name="Yushin Otani" userId="68bc93d23af0721c" providerId="LiveId" clId="{0ABE1F47-F37A-4653-9115-7D5C6E400A92}" dt="2026-08-03T00:49:50.823" v="1198" actId="1036"/>
          <ac:spMkLst>
            <pc:docMk/>
            <pc:sldMk cId="1387434501" sldId="278"/>
            <ac:spMk id="15" creationId="{A991D6E7-26CF-767A-0659-EED4BC317907}"/>
          </ac:spMkLst>
        </pc:spChg>
        <pc:spChg chg="add del">
          <ac:chgData name="Yushin Otani" userId="68bc93d23af0721c" providerId="LiveId" clId="{0ABE1F47-F37A-4653-9115-7D5C6E400A92}" dt="2026-08-03T00:24:50.450" v="322" actId="26606"/>
          <ac:spMkLst>
            <pc:docMk/>
            <pc:sldMk cId="1387434501" sldId="278"/>
            <ac:spMk id="16" creationId="{04357C93-F0CB-4A1C-8F77-4E9063789819}"/>
          </ac:spMkLst>
        </pc:spChg>
        <pc:spChg chg="add del">
          <ac:chgData name="Yushin Otani" userId="68bc93d23af0721c" providerId="LiveId" clId="{0ABE1F47-F37A-4653-9115-7D5C6E400A92}" dt="2026-08-03T00:24:50.450" v="322" actId="26606"/>
          <ac:spMkLst>
            <pc:docMk/>
            <pc:sldMk cId="1387434501" sldId="278"/>
            <ac:spMk id="18" creationId="{90F533E9-6690-41A8-A372-4C6C622D028D}"/>
          </ac:spMkLst>
        </pc:spChg>
        <pc:spChg chg="add mod">
          <ac:chgData name="Yushin Otani" userId="68bc93d23af0721c" providerId="LiveId" clId="{0ABE1F47-F37A-4653-9115-7D5C6E400A92}" dt="2026-08-03T00:50:15.960" v="1200" actId="6549"/>
          <ac:spMkLst>
            <pc:docMk/>
            <pc:sldMk cId="1387434501" sldId="278"/>
            <ac:spMk id="19" creationId="{C5E0BF43-049B-3FE6-5796-41AA80F40D81}"/>
          </ac:spMkLst>
        </pc:spChg>
        <pc:spChg chg="add del mod">
          <ac:chgData name="Yushin Otani" userId="68bc93d23af0721c" providerId="LiveId" clId="{0ABE1F47-F37A-4653-9115-7D5C6E400A92}" dt="2026-08-03T00:58:34.222" v="1308" actId="478"/>
          <ac:spMkLst>
            <pc:docMk/>
            <pc:sldMk cId="1387434501" sldId="278"/>
            <ac:spMk id="20" creationId="{E8D58270-2923-B6B9-BF48-4EC8C062EAD6}"/>
          </ac:spMkLst>
        </pc:spChg>
        <pc:picChg chg="add mod modCrop">
          <ac:chgData name="Yushin Otani" userId="68bc93d23af0721c" providerId="LiveId" clId="{0ABE1F47-F37A-4653-9115-7D5C6E400A92}" dt="2026-08-03T00:58:36.615" v="1309" actId="1076"/>
          <ac:picMkLst>
            <pc:docMk/>
            <pc:sldMk cId="1387434501" sldId="278"/>
            <ac:picMk id="7" creationId="{68AAC915-A710-F7D7-FADC-295C92E799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261B-09E7-4FF6-808E-658C2A26924E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F2F33-E0FD-4FEE-8682-B50BD6D4E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6018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F2F33-E0FD-4FEE-8682-B50BD6D4E3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502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F2F33-E0FD-4FEE-8682-B50BD6D4E3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478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7A8D0-7E3B-DE67-6B2A-7C1570796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A243E6-39D9-56F2-E2C3-8FE6244A1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DAC5EA-4FF6-9421-8858-CA5DE7FE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FEB60-3EFF-4B8B-6119-2655E16E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EC5EA3-D348-AF3F-56ED-BB615105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33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79BECA-0A1C-F518-0E92-B8B38BC3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CCFA9C-ED17-00FE-D0C9-DBE30B84E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89239C-D2E4-F5BC-6FE9-B07C8F57B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5A8477-7D48-5E33-9109-DAF10269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A7F705-F16F-B0AB-EE14-67FD2B31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14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DDD58D-40D2-3C0C-3EDD-4482DB84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0D149E-95A4-3899-C673-1B5BF5E63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B96CC5-F1CC-1671-2539-6B3ABF9F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9A4DF5-C52D-159F-DB7F-13DEC722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3D0EF9-8114-2E7F-AFC8-BB04DB05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29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773430-F240-6CBC-BD32-9FD4307C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3A38B9-597A-7BC4-5518-D6DC209C8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F32544-8833-4F55-EA15-895696824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325161-43A6-5A65-EDC7-724ECFAA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E19ECC-01D9-E556-BB9C-82E9EED8A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5622AA-D775-83D3-2C0C-9852702E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7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5A1F5A-0CC7-E4BE-D5F8-ED40772C5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A76922-C5C3-DE53-8FAD-42184CF89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26CD30-A87C-99A8-02BE-94AEE41CD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173B296-D6D2-FC1D-5152-723BD099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5D1EAA-04A0-6367-6D42-E1369D676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4C120F-9311-78A1-DB7E-D9BBB2F9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BD2B5B-2E3D-C8D4-6FA6-CA4AA77F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BD23C9-ACF8-7C28-11A5-53118E26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89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42F3A-2C13-A1DF-08E7-0DC5DE57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A816B65-BE16-95BA-261C-8025978E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1390E3-8447-8176-E713-7327B1E4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ED123F-6782-C2CE-F7F0-20333158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501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17ED31A-7081-8CA1-FD58-96AF51B5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D3A0F37-B100-A293-51C9-DC12023B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55C6F7-FCD8-2218-01C2-79D28E5B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972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A0A605-D1A1-90ED-617D-941A0EDC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F14387-1E73-99B3-7018-42BE2FAFC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15667E-8866-B835-31A6-EDBB225A7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DAA717-D1BE-37AE-03E8-575B28E0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33A832-AC09-04EE-C600-0FC1DA4B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30A5FA-9441-6CF7-2015-066ED086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10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EDF816-0188-0E73-49D9-341CB9B9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8F8DCD-4A5D-ACEF-60C7-A9F7F9D98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ED6E74-0008-BC52-939E-2A533812C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A23F8E-9EC5-E95E-6012-8CD696BC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563B24-3C16-7A98-9F10-71B5BB93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CFC87C-ECE0-7BDD-7AEA-A7B03799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382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33FC4-2525-F289-B693-526760AC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C59527-700C-B813-22DA-ADECB2417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DEF5A8-FDCD-746E-CDB5-745B3CFE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463A74-7507-2CB1-8C16-A4FE4C74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FB36B2-A336-DD52-D065-62D77881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31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27C0D70-5F91-2250-A394-D29EB79C5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4284A6-873E-7526-FC2D-A0E8D25C9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C6860-8AE9-4025-FFE1-F04A07D2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CF3C25-87B1-96BB-7C70-EC56CB3D7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E2C125-05D2-B307-803D-E9C993E3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39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076B06-2436-898E-29EA-0A0D0B9D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85FA6C-8069-334B-69BE-200B37A70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3A6EB4-4272-1319-3268-EEE769423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98E5A-8E9F-4ACC-BA5C-F4C9573592BC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103FF0-DD67-181F-5C74-407A60569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7F995F-691F-FE8A-53EB-6BBC5D73A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A8242-FDCD-4820-A4A9-8295DB18E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28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F99F40A-BFEB-AF6E-407A-A92E656C6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03"/>
            <a:ext cx="12192000" cy="68039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 10"/>
          <p:cNvSpPr/>
          <p:nvPr/>
        </p:nvSpPr>
        <p:spPr>
          <a:xfrm>
            <a:off x="685800" y="452000"/>
            <a:ext cx="118000" cy="47000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itle 11"/>
          <p:cNvSpPr txBox="1"/>
          <p:nvPr/>
        </p:nvSpPr>
        <p:spPr>
          <a:xfrm>
            <a:off x="900000" y="430000"/>
            <a:ext cx="96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The Challenge &amp; Our Solution</a:t>
            </a:r>
          </a:p>
        </p:txBody>
      </p:sp>
      <p:sp>
        <p:nvSpPr>
          <p:cNvPr id="13" name="Divider 13"/>
          <p:cNvSpPr/>
          <p:nvPr/>
        </p:nvSpPr>
        <p:spPr>
          <a:xfrm>
            <a:off x="685800" y="1440000"/>
            <a:ext cx="10820400" cy="13000"/>
          </a:xfrm>
          <a:prstGeom prst="rect">
            <a:avLst/>
          </a:prstGeom>
          <a:solidFill>
            <a:srgbClr val="D9E1E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LCard 30"/>
          <p:cNvSpPr/>
          <p:nvPr/>
        </p:nvSpPr>
        <p:spPr>
          <a:xfrm>
            <a:off x="685800" y="1580000"/>
            <a:ext cx="5290200" cy="4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LHdr 31"/>
          <p:cNvSpPr/>
          <p:nvPr/>
        </p:nvSpPr>
        <p:spPr>
          <a:xfrm>
            <a:off x="685800" y="1580000"/>
            <a:ext cx="5290200" cy="560000"/>
          </a:xfrm>
          <a:prstGeom prst="roundRect">
            <a:avLst>
              <a:gd name="adj" fmla="val 3000"/>
            </a:avLst>
          </a:prstGeom>
          <a:solidFill>
            <a:srgbClr val="E97132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2000" b="1" dirty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32" name="LBody 32"/>
          <p:cNvSpPr txBox="1"/>
          <p:nvPr/>
        </p:nvSpPr>
        <p:spPr>
          <a:xfrm>
            <a:off x="793400" y="2226650"/>
            <a:ext cx="5316000" cy="38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200"/>
              </a:spcAft>
            </a:pPr>
            <a:r>
              <a:rPr lang="en-US" altLang="ja-JP" b="1" dirty="0">
                <a:solidFill>
                  <a:srgbClr val="E97132"/>
                </a:solidFill>
              </a:rPr>
              <a:t>Current pharmaceutical supply chains face several major challenges: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1600" dirty="0"/>
              <a:t>Medicine shortages caused by unstable manufacturing</a:t>
            </a:r>
          </a:p>
          <a:p>
            <a:pPr marL="342900" indent="-342900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ja-JP" sz="1600" dirty="0"/>
              <a:t>Limited visibility of inventory across organizations</a:t>
            </a:r>
          </a:p>
          <a:p>
            <a:pPr marL="342900" indent="-342900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ja-JP" sz="1600" dirty="0"/>
              <a:t>Protective purchasing that creates inventory imbalances</a:t>
            </a:r>
          </a:p>
          <a:p>
            <a:pPr marL="342900" indent="-342900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ja-JP" sz="1600" dirty="0"/>
              <a:t>Medicine expiration caused by excess inventory</a:t>
            </a:r>
          </a:p>
          <a:p>
            <a:pPr marL="342900" indent="-342900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ja-JP" sz="1600" dirty="0"/>
              <a:t>Lack of collaboration among supply chain participants</a:t>
            </a:r>
            <a:endParaRPr lang="en-US" altLang="ja-JP" sz="1600" dirty="0">
              <a:solidFill>
                <a:srgbClr val="262626"/>
              </a:solidFill>
            </a:endParaRPr>
          </a:p>
        </p:txBody>
      </p:sp>
      <p:sp>
        <p:nvSpPr>
          <p:cNvPr id="40" name="RCard 40"/>
          <p:cNvSpPr/>
          <p:nvPr/>
        </p:nvSpPr>
        <p:spPr>
          <a:xfrm>
            <a:off x="6216000" y="1580000"/>
            <a:ext cx="5290200" cy="4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RHdr 41"/>
          <p:cNvSpPr/>
          <p:nvPr/>
        </p:nvSpPr>
        <p:spPr>
          <a:xfrm>
            <a:off x="6216000" y="1580000"/>
            <a:ext cx="5290200" cy="560000"/>
          </a:xfrm>
          <a:prstGeom prst="roundRect">
            <a:avLst>
              <a:gd name="adj" fmla="val 3000"/>
            </a:avLst>
          </a:prstGeom>
          <a:solidFill>
            <a:srgbClr val="156082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2000" b="1" dirty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2" name="RBody 42"/>
          <p:cNvSpPr txBox="1"/>
          <p:nvPr/>
        </p:nvSpPr>
        <p:spPr>
          <a:xfrm>
            <a:off x="6476000" y="2267000"/>
            <a:ext cx="4816000" cy="37875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200"/>
              </a:spcAft>
            </a:pPr>
            <a:r>
              <a:rPr lang="en-US" altLang="ja-JP" b="1" dirty="0">
                <a:solidFill>
                  <a:schemeClr val="accent1">
                    <a:lumMod val="75000"/>
                  </a:schemeClr>
                </a:solidFill>
              </a:rPr>
              <a:t>Our solution provides the following key features: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ja-JP" altLang="ja-JP" sz="1600" b="1" dirty="0">
                <a:solidFill>
                  <a:schemeClr val="accent1">
                    <a:lumMod val="75000"/>
                  </a:schemeClr>
                </a:solidFill>
              </a:rPr>
              <a:t>Surplus Inventory Visibility</a:t>
            </a:r>
            <a:br>
              <a:rPr lang="en-US" altLang="ja-JP" sz="1600" b="1" dirty="0"/>
            </a:br>
            <a:r>
              <a:rPr lang="ja-JP" altLang="ja-JP" sz="1600" dirty="0"/>
              <a:t>Provide ecosystem-wide visibility of surplus inventory through role-based access control.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ja-JP" altLang="ja-JP" sz="1600" b="1" dirty="0">
                <a:solidFill>
                  <a:schemeClr val="accent1">
                    <a:lumMod val="75000"/>
                  </a:schemeClr>
                </a:solidFill>
              </a:rPr>
              <a:t>Cross-Enterprise Inventory Transfer</a:t>
            </a:r>
            <a:br>
              <a:rPr lang="en-US" altLang="ja-JP" sz="1600" b="1" dirty="0"/>
            </a:br>
            <a:r>
              <a:rPr lang="ja-JP" altLang="ja-JP" sz="1600" dirty="0"/>
              <a:t>Enable wholesalers to transfer surplus inventory before requesting replenishment from manufacturers.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ja-JP" altLang="ja-JP" sz="1600" b="1" dirty="0">
                <a:solidFill>
                  <a:schemeClr val="accent1">
                    <a:lumMod val="75000"/>
                  </a:schemeClr>
                </a:solidFill>
              </a:rPr>
              <a:t>Integrated Workflow</a:t>
            </a:r>
            <a:br>
              <a:rPr lang="en-US" altLang="ja-JP" sz="1600" b="1" dirty="0"/>
            </a:br>
            <a:r>
              <a:rPr lang="ja-JP" altLang="ja-JP" sz="1600" dirty="0"/>
              <a:t>Connect suppliers, manufacturers, transporters, wholesalers, and hospitals through standardized WorkRequest workflows.</a:t>
            </a:r>
          </a:p>
        </p:txBody>
      </p:sp>
      <p:sp>
        <p:nvSpPr>
          <p:cNvPr id="990" name="PageNumber"/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Bar"/>
          <p:cNvSpPr/>
          <p:nvPr/>
        </p:nvSpPr>
        <p:spPr>
          <a:xfrm>
            <a:off x="685800" y="455250"/>
            <a:ext cx="118000" cy="47000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901" name="Title"/>
          <p:cNvSpPr txBox="1"/>
          <p:nvPr/>
        </p:nvSpPr>
        <p:spPr>
          <a:xfrm>
            <a:off x="900000" y="435250"/>
            <a:ext cx="5307405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Supply Chain Ecosystem Map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473FA71-CE4D-ACED-EE6E-EEBDDBB40CAD}"/>
              </a:ext>
            </a:extLst>
          </p:cNvPr>
          <p:cNvSpPr txBox="1"/>
          <p:nvPr/>
        </p:nvSpPr>
        <p:spPr>
          <a:xfrm>
            <a:off x="209041" y="1135560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u="sng" dirty="0"/>
              <a:t>Enterprise</a:t>
            </a:r>
            <a:endParaRPr kumimoji="1" lang="ja-JP" altLang="en-US" b="1" u="sng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A44D9F5-6EF2-E6CF-87E8-F08F7D611AB2}"/>
              </a:ext>
            </a:extLst>
          </p:cNvPr>
          <p:cNvSpPr txBox="1"/>
          <p:nvPr/>
        </p:nvSpPr>
        <p:spPr>
          <a:xfrm>
            <a:off x="228327" y="4425010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u="sng" dirty="0"/>
              <a:t>Role 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3F71E7A-C9C6-6B84-589F-6D3BE9354816}"/>
              </a:ext>
            </a:extLst>
          </p:cNvPr>
          <p:cNvSpPr txBox="1"/>
          <p:nvPr/>
        </p:nvSpPr>
        <p:spPr>
          <a:xfrm>
            <a:off x="1750600" y="4458906"/>
            <a:ext cx="242110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ja-JP" sz="1400">
                <a:effectLst/>
                <a:ea typeface="游ゴシック"/>
              </a:rPr>
              <a:t>Supplier</a:t>
            </a:r>
            <a:r>
              <a:rPr lang="en-US" altLang="ja-JP" sz="1400">
                <a:ea typeface="游ゴシック"/>
              </a:rPr>
              <a:t> </a:t>
            </a:r>
            <a:r>
              <a:rPr lang="ja-JP" altLang="ja-JP" sz="1400">
                <a:effectLst/>
                <a:ea typeface="游ゴシック"/>
              </a:rPr>
              <a:t>Admin</a:t>
            </a:r>
            <a:endParaRPr lang="en-US" altLang="ja-JP" sz="1400">
              <a:effectLst/>
              <a:ea typeface="游ゴシック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ja-JP" sz="1400">
                <a:ea typeface="游ゴシック"/>
              </a:rPr>
              <a:t>Material Shipping</a:t>
            </a:r>
            <a:endParaRPr lang="en-US" altLang="ja-JP" sz="1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6DE5B56-C9D8-B0E0-44A0-40CAED9A9474}"/>
              </a:ext>
            </a:extLst>
          </p:cNvPr>
          <p:cNvSpPr txBox="1"/>
          <p:nvPr/>
        </p:nvSpPr>
        <p:spPr>
          <a:xfrm>
            <a:off x="3795355" y="4458906"/>
            <a:ext cx="2129840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ja-JP" altLang="ja-JP" sz="1400">
                <a:ea typeface="游ゴシック"/>
              </a:rPr>
              <a:t>Production Admin</a:t>
            </a:r>
            <a:endParaRPr lang="en-US" altLang="ja-JP" sz="1400">
              <a:ea typeface="游ゴシック"/>
            </a:endParaRPr>
          </a:p>
          <a:p>
            <a:pPr marL="228600" indent="-228600">
              <a:buFont typeface="+mj-lt"/>
              <a:buAutoNum type="arabicPeriod"/>
            </a:pPr>
            <a:r>
              <a:rPr lang="ja-JP" altLang="ja-JP" sz="1400">
                <a:ea typeface="游ゴシック"/>
              </a:rPr>
              <a:t>Production</a:t>
            </a:r>
            <a:endParaRPr lang="en-US" altLang="ja-JP" sz="1400">
              <a:ea typeface="游ゴシック"/>
            </a:endParaRPr>
          </a:p>
          <a:p>
            <a:pPr marL="228600" indent="-228600">
              <a:buAutoNum type="arabicPeriod" startAt="3"/>
            </a:pPr>
            <a:r>
              <a:rPr lang="en-US" altLang="ja-JP" sz="1400" dirty="0"/>
              <a:t>Quality Assurance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39E82C00-7BBE-9AE6-443D-215A491BEC44}"/>
              </a:ext>
            </a:extLst>
          </p:cNvPr>
          <p:cNvSpPr txBox="1"/>
          <p:nvPr/>
        </p:nvSpPr>
        <p:spPr>
          <a:xfrm>
            <a:off x="7932380" y="4458906"/>
            <a:ext cx="2125364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ja-JP" altLang="ja-JP" sz="1400">
                <a:effectLst/>
                <a:ea typeface="游ゴシック"/>
              </a:rPr>
              <a:t>Inventory</a:t>
            </a:r>
            <a:r>
              <a:rPr lang="ja-JP" altLang="ja-JP" sz="1400">
                <a:ea typeface="游ゴシック"/>
              </a:rPr>
              <a:t> </a:t>
            </a:r>
            <a:r>
              <a:rPr lang="ja-JP" altLang="ja-JP" sz="1400">
                <a:effectLst/>
                <a:ea typeface="游ゴシック"/>
              </a:rPr>
              <a:t>Admin</a:t>
            </a:r>
            <a:endParaRPr lang="en-US" altLang="ja-JP" sz="1400">
              <a:ea typeface="游ゴシック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ja-JP" sz="1400">
                <a:ea typeface="游ゴシック"/>
              </a:rPr>
              <a:t>Shipping Order 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ja-JP" sz="1400">
                <a:ea typeface="游ゴシック"/>
              </a:rPr>
              <a:t>Shipping</a:t>
            </a:r>
            <a:endParaRPr lang="en-US" altLang="ja-JP" sz="1400" dirty="0">
              <a:ea typeface="游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33721CB-A21D-8FD3-B08C-763A01F2388B}"/>
              </a:ext>
            </a:extLst>
          </p:cNvPr>
          <p:cNvSpPr txBox="1"/>
          <p:nvPr/>
        </p:nvSpPr>
        <p:spPr>
          <a:xfrm>
            <a:off x="10375891" y="4458906"/>
            <a:ext cx="169069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ja-JP" altLang="ja-JP" sz="1400">
                <a:ea typeface="游ゴシック"/>
              </a:rPr>
              <a:t>Procurement</a:t>
            </a:r>
            <a:endParaRPr lang="ja-JP" altLang="en-US" sz="1400">
              <a:ea typeface="游ゴシック"/>
            </a:endParaRPr>
          </a:p>
          <a:p>
            <a:pPr marL="228600" indent="-228600">
              <a:buAutoNum type="arabicPeriod"/>
            </a:pPr>
            <a:r>
              <a:rPr lang="ja-JP" altLang="ja-JP" sz="1400">
                <a:ea typeface="游ゴシック"/>
              </a:rPr>
              <a:t>Pharmacy </a:t>
            </a:r>
            <a:endParaRPr lang="ja-JP" altLang="en-US" sz="1400">
              <a:ea typeface="游ゴシック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8252751-A41D-7F06-4FE9-3777BE62DCF5}"/>
              </a:ext>
            </a:extLst>
          </p:cNvPr>
          <p:cNvSpPr txBox="1"/>
          <p:nvPr/>
        </p:nvSpPr>
        <p:spPr>
          <a:xfrm>
            <a:off x="6155861" y="4458906"/>
            <a:ext cx="212536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ja-JP" sz="1400">
                <a:ea typeface="游ゴシック"/>
              </a:rPr>
              <a:t>Transport</a:t>
            </a:r>
            <a:r>
              <a:rPr lang="ja-JP" altLang="ja-JP" sz="1400">
                <a:ea typeface="游ゴシック"/>
              </a:rPr>
              <a:t> Admin</a:t>
            </a:r>
            <a:endParaRPr lang="en-US" altLang="ja-JP" sz="1400">
              <a:ea typeface="游ゴシック"/>
            </a:endParaRPr>
          </a:p>
          <a:p>
            <a:pPr marL="228600" indent="-228600">
              <a:buAutoNum type="arabicPeriod" startAt="2"/>
            </a:pPr>
            <a:r>
              <a:rPr lang="en-US" altLang="ja-JP" sz="1400" dirty="0"/>
              <a:t>Driver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5A21EB7-3650-D325-132E-CD416786402C}"/>
              </a:ext>
            </a:extLst>
          </p:cNvPr>
          <p:cNvSpPr txBox="1"/>
          <p:nvPr/>
        </p:nvSpPr>
        <p:spPr>
          <a:xfrm>
            <a:off x="209041" y="358138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u="sng" dirty="0"/>
              <a:t>Organization</a:t>
            </a:r>
            <a:endParaRPr kumimoji="1" lang="ja-JP" altLang="en-US" b="1" u="sng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151833D-4DBA-18AD-0AEF-C9CD5C4E5C1B}"/>
              </a:ext>
            </a:extLst>
          </p:cNvPr>
          <p:cNvSpPr txBox="1"/>
          <p:nvPr/>
        </p:nvSpPr>
        <p:spPr>
          <a:xfrm>
            <a:off x="1750395" y="3602727"/>
            <a:ext cx="2080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Supplier</a:t>
            </a:r>
            <a:endParaRPr lang="ja-JP" altLang="en-US" sz="1400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F1F5A4B-8D0D-F2B3-513F-E4C2D4E03654}"/>
              </a:ext>
            </a:extLst>
          </p:cNvPr>
          <p:cNvSpPr txBox="1"/>
          <p:nvPr/>
        </p:nvSpPr>
        <p:spPr>
          <a:xfrm>
            <a:off x="3793041" y="3602727"/>
            <a:ext cx="2421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Production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Quality Assurance</a:t>
            </a:r>
            <a:endParaRPr lang="ja-JP" altLang="en-US" sz="14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B9F66B4-8980-AEB2-4786-977605AB6A3F}"/>
              </a:ext>
            </a:extLst>
          </p:cNvPr>
          <p:cNvSpPr txBox="1"/>
          <p:nvPr/>
        </p:nvSpPr>
        <p:spPr>
          <a:xfrm>
            <a:off x="6149170" y="3602727"/>
            <a:ext cx="2161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Transport</a:t>
            </a:r>
            <a:endParaRPr lang="ja-JP" altLang="en-US" sz="1400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99701A7-CA50-B9AC-61EB-72C0021AD49B}"/>
              </a:ext>
            </a:extLst>
          </p:cNvPr>
          <p:cNvSpPr txBox="1"/>
          <p:nvPr/>
        </p:nvSpPr>
        <p:spPr>
          <a:xfrm>
            <a:off x="7928212" y="3602727"/>
            <a:ext cx="23381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Inventory 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Shipping</a:t>
            </a:r>
            <a:endParaRPr lang="ja-JP" altLang="en-US" sz="14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31659C4-D63A-FA74-BFA9-A7F9ACF5EA4B}"/>
              </a:ext>
            </a:extLst>
          </p:cNvPr>
          <p:cNvSpPr txBox="1"/>
          <p:nvPr/>
        </p:nvSpPr>
        <p:spPr>
          <a:xfrm>
            <a:off x="10375891" y="3602727"/>
            <a:ext cx="1690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Procurement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ja-JP" sz="1400" dirty="0"/>
              <a:t>Pharmacy</a:t>
            </a:r>
            <a:endParaRPr lang="ja-JP" altLang="en-US" sz="1400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8CD3CBB-5741-F68C-7E59-7B979FB9A4E2}"/>
              </a:ext>
            </a:extLst>
          </p:cNvPr>
          <p:cNvSpPr txBox="1"/>
          <p:nvPr/>
        </p:nvSpPr>
        <p:spPr>
          <a:xfrm>
            <a:off x="369605" y="3006109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0E2841"/>
                </a:solidFill>
              </a:rPr>
              <a:t>Cargo flow</a:t>
            </a:r>
            <a:endParaRPr kumimoji="1" lang="ja-JP" altLang="en-US" sz="1200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52316FB7-0386-89E4-312B-3D12960ACE61}"/>
              </a:ext>
            </a:extLst>
          </p:cNvPr>
          <p:cNvCxnSpPr>
            <a:cxnSpLocks/>
          </p:cNvCxnSpPr>
          <p:nvPr/>
        </p:nvCxnSpPr>
        <p:spPr>
          <a:xfrm>
            <a:off x="407500" y="3317144"/>
            <a:ext cx="927438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sp>
        <p:nvSpPr>
          <p:cNvPr id="990" name="PageNumber"/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3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3405F18-9B2E-1E88-B7E2-5C8644B3D3C8}"/>
              </a:ext>
            </a:extLst>
          </p:cNvPr>
          <p:cNvCxnSpPr/>
          <p:nvPr/>
        </p:nvCxnSpPr>
        <p:spPr>
          <a:xfrm>
            <a:off x="273461" y="4349190"/>
            <a:ext cx="1164507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6B962C-3705-3830-7281-779186F636DB}"/>
              </a:ext>
            </a:extLst>
          </p:cNvPr>
          <p:cNvCxnSpPr/>
          <p:nvPr/>
        </p:nvCxnSpPr>
        <p:spPr>
          <a:xfrm>
            <a:off x="273461" y="3534934"/>
            <a:ext cx="1164507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956AD87-12B2-260A-10A9-68692F344007}"/>
              </a:ext>
            </a:extLst>
          </p:cNvPr>
          <p:cNvSpPr/>
          <p:nvPr/>
        </p:nvSpPr>
        <p:spPr>
          <a:xfrm>
            <a:off x="1487120" y="2019569"/>
            <a:ext cx="1444231" cy="44889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</a:rPr>
              <a:t>Supplier</a:t>
            </a:r>
            <a:endParaRPr kumimoji="1" lang="ja-JP" altLang="en-US" sz="1400">
              <a:solidFill>
                <a:srgbClr val="FFFFFF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CD6B41-7A17-10AC-2AB2-801B225EF2DA}"/>
              </a:ext>
            </a:extLst>
          </p:cNvPr>
          <p:cNvSpPr/>
          <p:nvPr/>
        </p:nvSpPr>
        <p:spPr>
          <a:xfrm>
            <a:off x="3615630" y="2019569"/>
            <a:ext cx="1444231" cy="44889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</a:rPr>
              <a:t>Manufacturer</a:t>
            </a:r>
            <a:endParaRPr kumimoji="1" lang="ja-JP" altLang="en-US" sz="1200">
              <a:solidFill>
                <a:srgbClr val="FFFFFF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F239E03-D6B6-9A04-B3B2-C38012FB8260}"/>
              </a:ext>
            </a:extLst>
          </p:cNvPr>
          <p:cNvSpPr/>
          <p:nvPr/>
        </p:nvSpPr>
        <p:spPr>
          <a:xfrm>
            <a:off x="5887406" y="2019569"/>
            <a:ext cx="1444231" cy="44889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</a:rPr>
              <a:t>Transporter</a:t>
            </a:r>
            <a:endParaRPr kumimoji="1" lang="ja-JP" altLang="en-US" sz="1400">
              <a:solidFill>
                <a:srgbClr val="FFFFFF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3765190-54B3-F231-121A-3A322E481397}"/>
              </a:ext>
            </a:extLst>
          </p:cNvPr>
          <p:cNvSpPr/>
          <p:nvPr/>
        </p:nvSpPr>
        <p:spPr>
          <a:xfrm>
            <a:off x="8282536" y="1185485"/>
            <a:ext cx="1444231" cy="44889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</a:rPr>
              <a:t>Wholesaler A</a:t>
            </a:r>
            <a:endParaRPr kumimoji="1" lang="ja-JP" altLang="en-US" sz="1400">
              <a:solidFill>
                <a:srgbClr val="FFFFFF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5FD78AD-CA8A-EF9C-E42D-685D85906B0D}"/>
              </a:ext>
            </a:extLst>
          </p:cNvPr>
          <p:cNvSpPr/>
          <p:nvPr/>
        </p:nvSpPr>
        <p:spPr>
          <a:xfrm>
            <a:off x="10410398" y="1185485"/>
            <a:ext cx="1444231" cy="44889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</a:rPr>
              <a:t>Hospital A</a:t>
            </a:r>
            <a:endParaRPr kumimoji="1" lang="ja-JP" altLang="en-US" sz="1400">
              <a:solidFill>
                <a:srgbClr val="FFFFFF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AF40FED-D05F-92BC-630A-7C118C17B323}"/>
              </a:ext>
            </a:extLst>
          </p:cNvPr>
          <p:cNvSpPr/>
          <p:nvPr/>
        </p:nvSpPr>
        <p:spPr>
          <a:xfrm>
            <a:off x="8282536" y="2019569"/>
            <a:ext cx="1444231" cy="44889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</a:rPr>
              <a:t>Wholesaler B</a:t>
            </a:r>
            <a:endParaRPr kumimoji="1" lang="ja-JP" altLang="en-US" sz="1400">
              <a:solidFill>
                <a:srgbClr val="FFFFFF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D368D14-E7BA-E629-E0ED-779B7C3D78BE}"/>
              </a:ext>
            </a:extLst>
          </p:cNvPr>
          <p:cNvSpPr/>
          <p:nvPr/>
        </p:nvSpPr>
        <p:spPr>
          <a:xfrm>
            <a:off x="10410398" y="2019569"/>
            <a:ext cx="1444231" cy="44889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</a:rPr>
              <a:t>Hospital B</a:t>
            </a:r>
            <a:endParaRPr kumimoji="1" lang="ja-JP" altLang="en-US" sz="1400">
              <a:solidFill>
                <a:srgbClr val="FFFFFF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FB35769-68E9-BBAE-3A22-D5F505BF06BC}"/>
              </a:ext>
            </a:extLst>
          </p:cNvPr>
          <p:cNvSpPr/>
          <p:nvPr/>
        </p:nvSpPr>
        <p:spPr>
          <a:xfrm>
            <a:off x="8282536" y="2889823"/>
            <a:ext cx="1444231" cy="44889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</a:rPr>
              <a:t>Wholesaler C</a:t>
            </a:r>
            <a:endParaRPr kumimoji="1" lang="ja-JP" altLang="en-US" sz="1400">
              <a:solidFill>
                <a:srgbClr val="FFFFFF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386F7A1-6A46-8568-6875-BAC90E51D8DE}"/>
              </a:ext>
            </a:extLst>
          </p:cNvPr>
          <p:cNvSpPr/>
          <p:nvPr/>
        </p:nvSpPr>
        <p:spPr>
          <a:xfrm>
            <a:off x="10410398" y="2889823"/>
            <a:ext cx="1444231" cy="44889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rgbClr val="FFFFFF"/>
                </a:solidFill>
              </a:rPr>
              <a:t>Hospital C</a:t>
            </a:r>
            <a:endParaRPr kumimoji="1" lang="ja-JP" altLang="en-US" sz="1400" dirty="0">
              <a:solidFill>
                <a:srgbClr val="FFFFFF"/>
              </a:solidFill>
            </a:endParaRPr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7F5F4F1E-BF47-3DD9-9672-F8395C12AC01}"/>
              </a:ext>
            </a:extLst>
          </p:cNvPr>
          <p:cNvCxnSpPr>
            <a:cxnSpLocks/>
          </p:cNvCxnSpPr>
          <p:nvPr/>
        </p:nvCxnSpPr>
        <p:spPr>
          <a:xfrm>
            <a:off x="3109915" y="2194588"/>
            <a:ext cx="424481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D7C0A185-5973-FBA2-30BD-C9F73E39F304}"/>
              </a:ext>
            </a:extLst>
          </p:cNvPr>
          <p:cNvCxnSpPr>
            <a:cxnSpLocks/>
          </p:cNvCxnSpPr>
          <p:nvPr/>
        </p:nvCxnSpPr>
        <p:spPr>
          <a:xfrm>
            <a:off x="5288602" y="2194588"/>
            <a:ext cx="424481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051BFF9E-8DBD-DC30-F8B2-BC41995E8BA2}"/>
              </a:ext>
            </a:extLst>
          </p:cNvPr>
          <p:cNvCxnSpPr>
            <a:cxnSpLocks/>
          </p:cNvCxnSpPr>
          <p:nvPr/>
        </p:nvCxnSpPr>
        <p:spPr>
          <a:xfrm>
            <a:off x="9834272" y="1386633"/>
            <a:ext cx="424481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A1130B41-EDDC-0314-BDDD-9BDECD62C659}"/>
              </a:ext>
            </a:extLst>
          </p:cNvPr>
          <p:cNvCxnSpPr>
            <a:cxnSpLocks/>
          </p:cNvCxnSpPr>
          <p:nvPr/>
        </p:nvCxnSpPr>
        <p:spPr>
          <a:xfrm>
            <a:off x="9834272" y="2205916"/>
            <a:ext cx="424481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22F9537A-BEAB-AC3F-1B4C-E8F5163BCEF6}"/>
              </a:ext>
            </a:extLst>
          </p:cNvPr>
          <p:cNvCxnSpPr>
            <a:cxnSpLocks/>
          </p:cNvCxnSpPr>
          <p:nvPr/>
        </p:nvCxnSpPr>
        <p:spPr>
          <a:xfrm>
            <a:off x="9834272" y="3057436"/>
            <a:ext cx="424481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BE3EC965-41DD-1D61-68CC-DAC2C62316C6}"/>
              </a:ext>
            </a:extLst>
          </p:cNvPr>
          <p:cNvCxnSpPr>
            <a:cxnSpLocks/>
          </p:cNvCxnSpPr>
          <p:nvPr/>
        </p:nvCxnSpPr>
        <p:spPr>
          <a:xfrm flipH="1">
            <a:off x="3107865" y="2340243"/>
            <a:ext cx="391763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2791412C-1B78-DC5A-B984-184EB34F2FA3}"/>
              </a:ext>
            </a:extLst>
          </p:cNvPr>
          <p:cNvCxnSpPr>
            <a:cxnSpLocks/>
          </p:cNvCxnSpPr>
          <p:nvPr/>
        </p:nvCxnSpPr>
        <p:spPr>
          <a:xfrm flipV="1">
            <a:off x="5283433" y="2339153"/>
            <a:ext cx="421519" cy="3786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B08B94DC-8D12-F6CD-A3F0-4EE7CC30A15C}"/>
              </a:ext>
            </a:extLst>
          </p:cNvPr>
          <p:cNvCxnSpPr>
            <a:cxnSpLocks/>
          </p:cNvCxnSpPr>
          <p:nvPr/>
        </p:nvCxnSpPr>
        <p:spPr>
          <a:xfrm flipH="1">
            <a:off x="9819279" y="1503392"/>
            <a:ext cx="399638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A733E28D-325B-8943-1D76-DD0B9B30F16A}"/>
              </a:ext>
            </a:extLst>
          </p:cNvPr>
          <p:cNvCxnSpPr>
            <a:cxnSpLocks/>
          </p:cNvCxnSpPr>
          <p:nvPr/>
        </p:nvCxnSpPr>
        <p:spPr>
          <a:xfrm flipH="1">
            <a:off x="9819279" y="2315087"/>
            <a:ext cx="399638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8D8B6FE2-05EB-0AE3-720A-528E7252B81F}"/>
              </a:ext>
            </a:extLst>
          </p:cNvPr>
          <p:cNvCxnSpPr>
            <a:cxnSpLocks/>
          </p:cNvCxnSpPr>
          <p:nvPr/>
        </p:nvCxnSpPr>
        <p:spPr>
          <a:xfrm flipH="1">
            <a:off x="9819279" y="3171230"/>
            <a:ext cx="399638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D95F82B8-49ED-4494-075F-1249AF9AA63B}"/>
              </a:ext>
            </a:extLst>
          </p:cNvPr>
          <p:cNvSpPr txBox="1"/>
          <p:nvPr/>
        </p:nvSpPr>
        <p:spPr>
          <a:xfrm>
            <a:off x="1487120" y="3006109"/>
            <a:ext cx="1271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E97132"/>
                </a:solidFill>
              </a:rPr>
              <a:t>Work request</a:t>
            </a:r>
            <a:endParaRPr kumimoji="1" lang="ja-JP" altLang="en-US" sz="1200" dirty="0"/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298BFF9E-B818-166A-CA07-E99DB45785F1}"/>
              </a:ext>
            </a:extLst>
          </p:cNvPr>
          <p:cNvCxnSpPr>
            <a:cxnSpLocks/>
          </p:cNvCxnSpPr>
          <p:nvPr/>
        </p:nvCxnSpPr>
        <p:spPr>
          <a:xfrm>
            <a:off x="1567257" y="3317144"/>
            <a:ext cx="1057234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C175D9B1-BEC7-5952-71DA-1F29D912408C}"/>
              </a:ext>
            </a:extLst>
          </p:cNvPr>
          <p:cNvCxnSpPr>
            <a:cxnSpLocks/>
          </p:cNvCxnSpPr>
          <p:nvPr/>
        </p:nvCxnSpPr>
        <p:spPr>
          <a:xfrm>
            <a:off x="8873968" y="1674959"/>
            <a:ext cx="0" cy="311152"/>
          </a:xfrm>
          <a:prstGeom prst="straightConnector1">
            <a:avLst/>
          </a:prstGeom>
          <a:ln w="15875">
            <a:solidFill>
              <a:srgbClr val="E97132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71D0734A-387D-4F7E-D6FD-FF074D9BC401}"/>
              </a:ext>
            </a:extLst>
          </p:cNvPr>
          <p:cNvCxnSpPr>
            <a:cxnSpLocks/>
          </p:cNvCxnSpPr>
          <p:nvPr/>
        </p:nvCxnSpPr>
        <p:spPr>
          <a:xfrm>
            <a:off x="8873968" y="2520682"/>
            <a:ext cx="0" cy="311152"/>
          </a:xfrm>
          <a:prstGeom prst="straightConnector1">
            <a:avLst/>
          </a:prstGeom>
          <a:ln w="15875">
            <a:solidFill>
              <a:srgbClr val="E97132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9357E6FB-C5A3-D116-E331-A10D4E6A44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15880" y="1377303"/>
            <a:ext cx="3866224" cy="575396"/>
          </a:xfrm>
          <a:prstGeom prst="bentConnector2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83A42F4-40FE-485F-C459-B8F7335335B2}"/>
              </a:ext>
            </a:extLst>
          </p:cNvPr>
          <p:cNvCxnSpPr>
            <a:cxnSpLocks/>
          </p:cNvCxnSpPr>
          <p:nvPr/>
        </p:nvCxnSpPr>
        <p:spPr>
          <a:xfrm rot="10800000">
            <a:off x="4315880" y="2537716"/>
            <a:ext cx="3866224" cy="614679"/>
          </a:xfrm>
          <a:prstGeom prst="bentConnector2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75239BD8-BA2B-60E6-38F8-DCAC2A44A330}"/>
              </a:ext>
            </a:extLst>
          </p:cNvPr>
          <p:cNvCxnSpPr>
            <a:cxnSpLocks/>
          </p:cNvCxnSpPr>
          <p:nvPr/>
        </p:nvCxnSpPr>
        <p:spPr>
          <a:xfrm rot="5400000">
            <a:off x="6669766" y="587615"/>
            <a:ext cx="16572" cy="3856947"/>
          </a:xfrm>
          <a:prstGeom prst="bentConnector3">
            <a:avLst>
              <a:gd name="adj1" fmla="val 1800000"/>
            </a:avLst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E9CA20F-E374-0571-B262-072F50EFF182}"/>
              </a:ext>
            </a:extLst>
          </p:cNvPr>
          <p:cNvSpPr txBox="1"/>
          <p:nvPr/>
        </p:nvSpPr>
        <p:spPr>
          <a:xfrm>
            <a:off x="9663928" y="2389151"/>
            <a:ext cx="10358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rgbClr val="E97132"/>
                </a:solidFill>
              </a:rPr>
              <a:t>Procurement</a:t>
            </a:r>
          </a:p>
          <a:p>
            <a:r>
              <a:rPr lang="en-US" altLang="ja-JP" sz="1050" b="1" dirty="0">
                <a:solidFill>
                  <a:srgbClr val="E97132"/>
                </a:solidFill>
              </a:rPr>
              <a:t>Request</a:t>
            </a:r>
            <a:endParaRPr kumimoji="1" lang="ja-JP" altLang="en-US" sz="105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E95DD3F-92B7-3D02-F6B3-B8C66C0AE1B1}"/>
              </a:ext>
            </a:extLst>
          </p:cNvPr>
          <p:cNvSpPr txBox="1"/>
          <p:nvPr/>
        </p:nvSpPr>
        <p:spPr>
          <a:xfrm>
            <a:off x="8927412" y="1634574"/>
            <a:ext cx="14691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solidFill>
                  <a:srgbClr val="E97132"/>
                </a:solidFill>
              </a:rPr>
              <a:t>Inventory</a:t>
            </a:r>
            <a:r>
              <a:rPr lang="ja-JP" altLang="en-US" sz="1050" b="1" dirty="0">
                <a:solidFill>
                  <a:srgbClr val="E97132"/>
                </a:solidFill>
              </a:rPr>
              <a:t> </a:t>
            </a:r>
            <a:r>
              <a:rPr lang="en-US" altLang="ja-JP" sz="1050" b="1" dirty="0">
                <a:solidFill>
                  <a:srgbClr val="E97132"/>
                </a:solidFill>
              </a:rPr>
              <a:t>transfer</a:t>
            </a:r>
          </a:p>
          <a:p>
            <a:r>
              <a:rPr lang="en-US" altLang="ja-JP" sz="1050" b="1" dirty="0">
                <a:solidFill>
                  <a:srgbClr val="E97132"/>
                </a:solidFill>
              </a:rPr>
              <a:t>request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6B40BFE-5F79-B19C-6D72-8E69DE820448}"/>
              </a:ext>
            </a:extLst>
          </p:cNvPr>
          <p:cNvSpPr txBox="1"/>
          <p:nvPr/>
        </p:nvSpPr>
        <p:spPr>
          <a:xfrm>
            <a:off x="5588058" y="1119298"/>
            <a:ext cx="20291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>
                <a:solidFill>
                  <a:srgbClr val="E97132"/>
                </a:solidFill>
              </a:rPr>
              <a:t>Replenishment  request</a:t>
            </a:r>
            <a:endParaRPr kumimoji="1" lang="ja-JP" altLang="en-US" sz="105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932D6E4-001F-D619-6844-18BB51407C34}"/>
              </a:ext>
            </a:extLst>
          </p:cNvPr>
          <p:cNvSpPr txBox="1"/>
          <p:nvPr/>
        </p:nvSpPr>
        <p:spPr>
          <a:xfrm>
            <a:off x="2874677" y="2401797"/>
            <a:ext cx="78231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>
                <a:solidFill>
                  <a:srgbClr val="E97132"/>
                </a:solidFill>
              </a:rPr>
              <a:t>Material</a:t>
            </a:r>
          </a:p>
          <a:p>
            <a:r>
              <a:rPr kumimoji="1" lang="en-US" altLang="ja-JP" sz="1050" b="1" dirty="0">
                <a:solidFill>
                  <a:srgbClr val="E97132"/>
                </a:solidFill>
              </a:rPr>
              <a:t>request</a:t>
            </a:r>
            <a:endParaRPr kumimoji="1" lang="ja-JP" altLang="en-US" sz="105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889563-4041-E735-80A1-AE3A65ADEC05}"/>
              </a:ext>
            </a:extLst>
          </p:cNvPr>
          <p:cNvSpPr txBox="1"/>
          <p:nvPr/>
        </p:nvSpPr>
        <p:spPr>
          <a:xfrm>
            <a:off x="5123938" y="2343662"/>
            <a:ext cx="78231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>
                <a:solidFill>
                  <a:srgbClr val="E97132"/>
                </a:solidFill>
              </a:rPr>
              <a:t>Delivery</a:t>
            </a:r>
          </a:p>
          <a:p>
            <a:r>
              <a:rPr kumimoji="1" lang="en-US" altLang="ja-JP" sz="1050" b="1" dirty="0">
                <a:solidFill>
                  <a:srgbClr val="E97132"/>
                </a:solidFill>
              </a:rPr>
              <a:t>request</a:t>
            </a:r>
            <a:endParaRPr kumimoji="1" lang="ja-JP" altLang="en-US" sz="105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B1BD708-9318-96A2-EC0E-653654196E6A}"/>
              </a:ext>
            </a:extLst>
          </p:cNvPr>
          <p:cNvSpPr txBox="1"/>
          <p:nvPr/>
        </p:nvSpPr>
        <p:spPr>
          <a:xfrm>
            <a:off x="2466985" y="5560449"/>
            <a:ext cx="91344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1400" dirty="0"/>
              <a:t>Hospitals procure medicines through their assigned wholesalers.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dirty="0"/>
              <a:t>Wholesalers may transfer surplus inventory between participating wholesalers during shortages.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dirty="0"/>
              <a:t>Manufacturers replenish wholesalers when surplus inventory is unavailable.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dirty="0"/>
              <a:t>Transportation is managed through the Transporter enterprise for manufacturer deliveries.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dirty="0"/>
              <a:t>Participating enterprises share inventory information through role-based access control.</a:t>
            </a:r>
            <a:endParaRPr lang="ja-JP" altLang="ja-JP" sz="1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1E93618-D989-271E-6631-6B8D28A3ECD7}"/>
              </a:ext>
            </a:extLst>
          </p:cNvPr>
          <p:cNvSpPr txBox="1"/>
          <p:nvPr/>
        </p:nvSpPr>
        <p:spPr>
          <a:xfrm>
            <a:off x="209041" y="5571052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u="sng" dirty="0"/>
              <a:t>Key assumptions </a:t>
            </a:r>
            <a:endParaRPr kumimoji="1" lang="ja-JP" altLang="en-US" b="1" u="sng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23A83A0-7A48-5FF1-5102-6F322619FC62}"/>
              </a:ext>
            </a:extLst>
          </p:cNvPr>
          <p:cNvCxnSpPr/>
          <p:nvPr/>
        </p:nvCxnSpPr>
        <p:spPr>
          <a:xfrm>
            <a:off x="273461" y="5545468"/>
            <a:ext cx="1164507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D4518ADB-33CE-C0C4-6D5E-F6FE0B576055}"/>
              </a:ext>
            </a:extLst>
          </p:cNvPr>
          <p:cNvCxnSpPr>
            <a:cxnSpLocks/>
          </p:cNvCxnSpPr>
          <p:nvPr/>
        </p:nvCxnSpPr>
        <p:spPr>
          <a:xfrm>
            <a:off x="7536663" y="2194588"/>
            <a:ext cx="621482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942D6BB-6AFD-B58A-830D-E8AACD9256DE}"/>
              </a:ext>
            </a:extLst>
          </p:cNvPr>
          <p:cNvCxnSpPr>
            <a:cxnSpLocks/>
          </p:cNvCxnSpPr>
          <p:nvPr/>
        </p:nvCxnSpPr>
        <p:spPr>
          <a:xfrm>
            <a:off x="7536663" y="2315087"/>
            <a:ext cx="645441" cy="691022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7119EDBA-78C0-887A-D682-838B44F9A714}"/>
              </a:ext>
            </a:extLst>
          </p:cNvPr>
          <p:cNvCxnSpPr>
            <a:cxnSpLocks/>
          </p:cNvCxnSpPr>
          <p:nvPr/>
        </p:nvCxnSpPr>
        <p:spPr>
          <a:xfrm flipV="1">
            <a:off x="7536663" y="1541492"/>
            <a:ext cx="621482" cy="54668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</p:spTree>
    <p:extLst>
      <p:ext uri="{BB962C8B-B14F-4D97-AF65-F5344CB8AC3E}">
        <p14:creationId xmlns:p14="http://schemas.microsoft.com/office/powerpoint/2010/main" val="85262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ローチャート: 処理 1">
            <a:extLst>
              <a:ext uri="{FF2B5EF4-FFF2-40B4-BE49-F238E27FC236}">
                <a16:creationId xmlns:a16="http://schemas.microsoft.com/office/drawing/2014/main" id="{1663BF31-E3B9-C30B-6FB7-6E42B81CDB0E}"/>
              </a:ext>
            </a:extLst>
          </p:cNvPr>
          <p:cNvSpPr/>
          <p:nvPr/>
        </p:nvSpPr>
        <p:spPr>
          <a:xfrm>
            <a:off x="5319657" y="1977364"/>
            <a:ext cx="1496291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Ecosystem</a:t>
            </a:r>
          </a:p>
        </p:txBody>
      </p:sp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4EE864AB-8AE5-D880-6FF7-1B39D86B9BFC}"/>
              </a:ext>
            </a:extLst>
          </p:cNvPr>
          <p:cNvSpPr/>
          <p:nvPr/>
        </p:nvSpPr>
        <p:spPr>
          <a:xfrm>
            <a:off x="1264957" y="4310507"/>
            <a:ext cx="1496291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Organization</a:t>
            </a:r>
          </a:p>
          <a:p>
            <a:pPr algn="ctr"/>
            <a:r>
              <a:rPr lang="en-US" altLang="ja-JP" sz="1400" b="1" dirty="0"/>
              <a:t>M</a:t>
            </a:r>
            <a:r>
              <a:rPr kumimoji="1" lang="en-US" altLang="ja-JP" sz="1400" b="1"/>
              <a:t>anagement</a:t>
            </a:r>
            <a:endParaRPr kumimoji="1" lang="ja-JP" altLang="en-US" sz="1400" b="1" dirty="0"/>
          </a:p>
        </p:txBody>
      </p:sp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3F33CF7F-663F-E04E-F7AE-97324BFD8EE6}"/>
              </a:ext>
            </a:extLst>
          </p:cNvPr>
          <p:cNvSpPr/>
          <p:nvPr/>
        </p:nvSpPr>
        <p:spPr>
          <a:xfrm>
            <a:off x="4501565" y="4310507"/>
            <a:ext cx="1496291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User Management</a:t>
            </a:r>
            <a:endParaRPr kumimoji="1" lang="ja-JP" altLang="en-US" sz="1400" b="1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D4BD60E-4D03-3AC1-1950-220D23F4FC79}"/>
              </a:ext>
            </a:extLst>
          </p:cNvPr>
          <p:cNvSpPr/>
          <p:nvPr/>
        </p:nvSpPr>
        <p:spPr>
          <a:xfrm>
            <a:off x="8556266" y="4310507"/>
            <a:ext cx="1496291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Work</a:t>
            </a:r>
            <a:r>
              <a:rPr lang="en-US" altLang="ja-JP" sz="1400" b="1" dirty="0"/>
              <a:t>flow</a:t>
            </a:r>
            <a:r>
              <a:rPr kumimoji="1" lang="en-US" altLang="ja-JP" sz="1400" b="1" dirty="0"/>
              <a:t> </a:t>
            </a:r>
            <a:r>
              <a:rPr lang="en-US" altLang="ja-JP" sz="1400" b="1" dirty="0"/>
              <a:t>M</a:t>
            </a:r>
            <a:r>
              <a:rPr kumimoji="1" lang="en-US" altLang="ja-JP" sz="1400" b="1" dirty="0"/>
              <a:t>anagement</a:t>
            </a:r>
            <a:endParaRPr kumimoji="1" lang="ja-JP" altLang="en-US" sz="1400" b="1" dirty="0"/>
          </a:p>
        </p:txBody>
      </p: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E4D6951F-5E88-4245-9C45-4A8D83BF0A65}"/>
              </a:ext>
            </a:extLst>
          </p:cNvPr>
          <p:cNvCxnSpPr>
            <a:cxnSpLocks/>
            <a:stCxn id="92" idx="2"/>
            <a:endCxn id="4" idx="0"/>
          </p:cNvCxnSpPr>
          <p:nvPr/>
        </p:nvCxnSpPr>
        <p:spPr>
          <a:xfrm rot="5400000">
            <a:off x="3661489" y="1904193"/>
            <a:ext cx="757928" cy="405470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E6CAEBAB-8624-38A7-8EDD-4D170EC82EA6}"/>
              </a:ext>
            </a:extLst>
          </p:cNvPr>
          <p:cNvCxnSpPr>
            <a:cxnSpLocks/>
            <a:stCxn id="92" idx="2"/>
            <a:endCxn id="6" idx="0"/>
          </p:cNvCxnSpPr>
          <p:nvPr/>
        </p:nvCxnSpPr>
        <p:spPr>
          <a:xfrm rot="16200000" flipH="1">
            <a:off x="7307143" y="2313238"/>
            <a:ext cx="757928" cy="323660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フローチャート: 処理 39">
            <a:extLst>
              <a:ext uri="{FF2B5EF4-FFF2-40B4-BE49-F238E27FC236}">
                <a16:creationId xmlns:a16="http://schemas.microsoft.com/office/drawing/2014/main" id="{8F34246D-E6F2-1194-C442-55FA95DFE7CA}"/>
              </a:ext>
            </a:extLst>
          </p:cNvPr>
          <p:cNvSpPr/>
          <p:nvPr/>
        </p:nvSpPr>
        <p:spPr>
          <a:xfrm>
            <a:off x="3738712" y="5890678"/>
            <a:ext cx="1395617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Role</a:t>
            </a:r>
            <a:endParaRPr kumimoji="1" lang="ja-JP" altLang="en-US" sz="1400" b="1" dirty="0"/>
          </a:p>
        </p:txBody>
      </p:sp>
      <p:sp>
        <p:nvSpPr>
          <p:cNvPr id="41" name="フローチャート: 処理 40">
            <a:extLst>
              <a:ext uri="{FF2B5EF4-FFF2-40B4-BE49-F238E27FC236}">
                <a16:creationId xmlns:a16="http://schemas.microsoft.com/office/drawing/2014/main" id="{86989C66-6FFD-CED9-1CD0-43DDEDC8A504}"/>
              </a:ext>
            </a:extLst>
          </p:cNvPr>
          <p:cNvSpPr/>
          <p:nvPr/>
        </p:nvSpPr>
        <p:spPr>
          <a:xfrm>
            <a:off x="5361342" y="5890678"/>
            <a:ext cx="1395617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User Account</a:t>
            </a:r>
          </a:p>
        </p:txBody>
      </p: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CC6AABA1-536F-16D9-2BD0-5A0B37D1480D}"/>
              </a:ext>
            </a:extLst>
          </p:cNvPr>
          <p:cNvCxnSpPr>
            <a:cxnSpLocks/>
            <a:stCxn id="4" idx="2"/>
            <a:endCxn id="77" idx="0"/>
          </p:cNvCxnSpPr>
          <p:nvPr/>
        </p:nvCxnSpPr>
        <p:spPr>
          <a:xfrm rot="5400000">
            <a:off x="1497338" y="5374912"/>
            <a:ext cx="1031531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1EEA5096-A474-4227-3C5A-6D934FE2DF2F}"/>
              </a:ext>
            </a:extLst>
          </p:cNvPr>
          <p:cNvCxnSpPr>
            <a:cxnSpLocks/>
            <a:stCxn id="5" idx="2"/>
            <a:endCxn id="40" idx="0"/>
          </p:cNvCxnSpPr>
          <p:nvPr/>
        </p:nvCxnSpPr>
        <p:spPr>
          <a:xfrm rot="5400000">
            <a:off x="4327351" y="4968317"/>
            <a:ext cx="1031531" cy="81319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コネクタ: カギ線 62">
            <a:extLst>
              <a:ext uri="{FF2B5EF4-FFF2-40B4-BE49-F238E27FC236}">
                <a16:creationId xmlns:a16="http://schemas.microsoft.com/office/drawing/2014/main" id="{15E0B5AA-21DC-6313-ECA2-94FFEB234DB1}"/>
              </a:ext>
            </a:extLst>
          </p:cNvPr>
          <p:cNvCxnSpPr>
            <a:cxnSpLocks/>
            <a:stCxn id="5" idx="2"/>
            <a:endCxn id="41" idx="0"/>
          </p:cNvCxnSpPr>
          <p:nvPr/>
        </p:nvCxnSpPr>
        <p:spPr>
          <a:xfrm rot="16200000" flipH="1">
            <a:off x="5138666" y="4970192"/>
            <a:ext cx="1031531" cy="80944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フローチャート: 処理 66">
            <a:extLst>
              <a:ext uri="{FF2B5EF4-FFF2-40B4-BE49-F238E27FC236}">
                <a16:creationId xmlns:a16="http://schemas.microsoft.com/office/drawing/2014/main" id="{E1105692-1985-3E1D-A9F6-2674459015DC}"/>
              </a:ext>
            </a:extLst>
          </p:cNvPr>
          <p:cNvSpPr/>
          <p:nvPr/>
        </p:nvSpPr>
        <p:spPr>
          <a:xfrm>
            <a:off x="8606602" y="5890678"/>
            <a:ext cx="1395617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Work Request</a:t>
            </a:r>
            <a:endParaRPr kumimoji="1" lang="ja-JP" altLang="en-US" sz="1400" b="1" dirty="0"/>
          </a:p>
        </p:txBody>
      </p:sp>
      <p:sp>
        <p:nvSpPr>
          <p:cNvPr id="68" name="フローチャート: 処理 67">
            <a:extLst>
              <a:ext uri="{FF2B5EF4-FFF2-40B4-BE49-F238E27FC236}">
                <a16:creationId xmlns:a16="http://schemas.microsoft.com/office/drawing/2014/main" id="{62D0A3F5-FC13-F96F-F978-62181D270161}"/>
              </a:ext>
            </a:extLst>
          </p:cNvPr>
          <p:cNvSpPr/>
          <p:nvPr/>
        </p:nvSpPr>
        <p:spPr>
          <a:xfrm>
            <a:off x="6983972" y="5890678"/>
            <a:ext cx="1395617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Work Queue</a:t>
            </a:r>
            <a:endParaRPr kumimoji="1" lang="en-US" altLang="ja-JP" sz="1400" b="1" dirty="0"/>
          </a:p>
        </p:txBody>
      </p:sp>
      <p:sp>
        <p:nvSpPr>
          <p:cNvPr id="77" name="フローチャート: 処理 76">
            <a:extLst>
              <a:ext uri="{FF2B5EF4-FFF2-40B4-BE49-F238E27FC236}">
                <a16:creationId xmlns:a16="http://schemas.microsoft.com/office/drawing/2014/main" id="{7070F6FA-9A2E-4D52-4F5A-6C7F647A4367}"/>
              </a:ext>
            </a:extLst>
          </p:cNvPr>
          <p:cNvSpPr/>
          <p:nvPr/>
        </p:nvSpPr>
        <p:spPr>
          <a:xfrm>
            <a:off x="1245512" y="5890678"/>
            <a:ext cx="1535179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/>
              <a:t>Organization</a:t>
            </a:r>
            <a:endParaRPr kumimoji="1" lang="ja-JP" altLang="en-US" sz="1400" b="1" dirty="0"/>
          </a:p>
        </p:txBody>
      </p:sp>
      <p:sp>
        <p:nvSpPr>
          <p:cNvPr id="92" name="フローチャート: 処理 91">
            <a:extLst>
              <a:ext uri="{FF2B5EF4-FFF2-40B4-BE49-F238E27FC236}">
                <a16:creationId xmlns:a16="http://schemas.microsoft.com/office/drawing/2014/main" id="{CEA80834-FED7-5B22-1C68-139DB4362C32}"/>
              </a:ext>
            </a:extLst>
          </p:cNvPr>
          <p:cNvSpPr/>
          <p:nvPr/>
        </p:nvSpPr>
        <p:spPr>
          <a:xfrm>
            <a:off x="5319657" y="3003939"/>
            <a:ext cx="1496291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Enterprise</a:t>
            </a:r>
          </a:p>
        </p:txBody>
      </p:sp>
      <p:sp>
        <p:nvSpPr>
          <p:cNvPr id="106" name="フローチャート: 処理 105">
            <a:extLst>
              <a:ext uri="{FF2B5EF4-FFF2-40B4-BE49-F238E27FC236}">
                <a16:creationId xmlns:a16="http://schemas.microsoft.com/office/drawing/2014/main" id="{F543696B-9251-F9BD-D58C-9CC8CBB4F22C}"/>
              </a:ext>
            </a:extLst>
          </p:cNvPr>
          <p:cNvSpPr/>
          <p:nvPr/>
        </p:nvSpPr>
        <p:spPr>
          <a:xfrm>
            <a:off x="10229233" y="5890678"/>
            <a:ext cx="1395617" cy="548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Request</a:t>
            </a:r>
          </a:p>
          <a:p>
            <a:pPr algn="ctr"/>
            <a:r>
              <a:rPr lang="en-US" altLang="ja-JP" sz="1400" b="1" dirty="0"/>
              <a:t>Processing</a:t>
            </a:r>
            <a:endParaRPr kumimoji="1" lang="ja-JP" altLang="en-US" sz="1400" b="1" dirty="0"/>
          </a:p>
        </p:txBody>
      </p:sp>
      <p:cxnSp>
        <p:nvCxnSpPr>
          <p:cNvPr id="109" name="コネクタ: カギ線 108">
            <a:extLst>
              <a:ext uri="{FF2B5EF4-FFF2-40B4-BE49-F238E27FC236}">
                <a16:creationId xmlns:a16="http://schemas.microsoft.com/office/drawing/2014/main" id="{554A4AA9-7230-8124-534C-33553103DDE1}"/>
              </a:ext>
            </a:extLst>
          </p:cNvPr>
          <p:cNvCxnSpPr>
            <a:cxnSpLocks/>
            <a:stCxn id="6" idx="2"/>
            <a:endCxn id="68" idx="0"/>
          </p:cNvCxnSpPr>
          <p:nvPr/>
        </p:nvCxnSpPr>
        <p:spPr>
          <a:xfrm rot="5400000">
            <a:off x="7977332" y="4563597"/>
            <a:ext cx="1031531" cy="162263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774C4E36-ECA6-F19B-97DF-EF44C09F613C}"/>
              </a:ext>
            </a:extLst>
          </p:cNvPr>
          <p:cNvCxnSpPr>
            <a:cxnSpLocks/>
            <a:stCxn id="6" idx="2"/>
            <a:endCxn id="67" idx="0"/>
          </p:cNvCxnSpPr>
          <p:nvPr/>
        </p:nvCxnSpPr>
        <p:spPr>
          <a:xfrm rot="5400000">
            <a:off x="8788647" y="5374912"/>
            <a:ext cx="1031531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17B1D049-69EC-B77F-F49A-C892B3970694}"/>
              </a:ext>
            </a:extLst>
          </p:cNvPr>
          <p:cNvCxnSpPr>
            <a:cxnSpLocks/>
            <a:stCxn id="6" idx="2"/>
            <a:endCxn id="106" idx="0"/>
          </p:cNvCxnSpPr>
          <p:nvPr/>
        </p:nvCxnSpPr>
        <p:spPr>
          <a:xfrm rot="16200000" flipH="1">
            <a:off x="9599962" y="4563597"/>
            <a:ext cx="1031531" cy="162263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コネクタ: カギ線 127">
            <a:extLst>
              <a:ext uri="{FF2B5EF4-FFF2-40B4-BE49-F238E27FC236}">
                <a16:creationId xmlns:a16="http://schemas.microsoft.com/office/drawing/2014/main" id="{2B9F2C35-3671-BEF9-ECFE-D860EBDADAA1}"/>
              </a:ext>
            </a:extLst>
          </p:cNvPr>
          <p:cNvCxnSpPr>
            <a:cxnSpLocks/>
            <a:stCxn id="2" idx="2"/>
            <a:endCxn id="92" idx="0"/>
          </p:cNvCxnSpPr>
          <p:nvPr/>
        </p:nvCxnSpPr>
        <p:spPr>
          <a:xfrm>
            <a:off x="6067803" y="2526004"/>
            <a:ext cx="0" cy="47793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コネクタ: カギ線 184">
            <a:extLst>
              <a:ext uri="{FF2B5EF4-FFF2-40B4-BE49-F238E27FC236}">
                <a16:creationId xmlns:a16="http://schemas.microsoft.com/office/drawing/2014/main" id="{6F70A461-588F-B691-E85F-6B6FE571A2AF}"/>
              </a:ext>
            </a:extLst>
          </p:cNvPr>
          <p:cNvCxnSpPr>
            <a:cxnSpLocks/>
            <a:stCxn id="92" idx="2"/>
            <a:endCxn id="5" idx="0"/>
          </p:cNvCxnSpPr>
          <p:nvPr/>
        </p:nvCxnSpPr>
        <p:spPr>
          <a:xfrm rot="5400000">
            <a:off x="5279793" y="3522497"/>
            <a:ext cx="757928" cy="81809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Divider">
            <a:extLst>
              <a:ext uri="{FF2B5EF4-FFF2-40B4-BE49-F238E27FC236}">
                <a16:creationId xmlns:a16="http://schemas.microsoft.com/office/drawing/2014/main" id="{43EA8901-E73C-2CF5-6C33-35ECCC7AD7D4}"/>
              </a:ext>
            </a:extLst>
          </p:cNvPr>
          <p:cNvSpPr/>
          <p:nvPr/>
        </p:nvSpPr>
        <p:spPr>
          <a:xfrm>
            <a:off x="685800" y="1440000"/>
            <a:ext cx="10820400" cy="13000"/>
          </a:xfrm>
          <a:prstGeom prst="rect">
            <a:avLst/>
          </a:prstGeom>
          <a:solidFill>
            <a:srgbClr val="D9E1E8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endParaRPr lang="en-US"/>
          </a:p>
        </p:txBody>
      </p:sp>
      <p:sp>
        <p:nvSpPr>
          <p:cNvPr id="198" name="AccentBar">
            <a:extLst>
              <a:ext uri="{FF2B5EF4-FFF2-40B4-BE49-F238E27FC236}">
                <a16:creationId xmlns:a16="http://schemas.microsoft.com/office/drawing/2014/main" id="{DF0C226B-B3D1-439E-82E8-3D669A5219FA}"/>
              </a:ext>
            </a:extLst>
          </p:cNvPr>
          <p:cNvSpPr/>
          <p:nvPr/>
        </p:nvSpPr>
        <p:spPr>
          <a:xfrm>
            <a:off x="685800" y="455250"/>
            <a:ext cx="118000" cy="47000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200" name="Title">
            <a:extLst>
              <a:ext uri="{FF2B5EF4-FFF2-40B4-BE49-F238E27FC236}">
                <a16:creationId xmlns:a16="http://schemas.microsoft.com/office/drawing/2014/main" id="{B36A0252-C067-915A-8D6A-7CC0D48E9CC5}"/>
              </a:ext>
            </a:extLst>
          </p:cNvPr>
          <p:cNvSpPr txBox="1"/>
          <p:nvPr/>
        </p:nvSpPr>
        <p:spPr>
          <a:xfrm>
            <a:off x="900000" y="435250"/>
            <a:ext cx="5307405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High-level Component Diagram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A51B6C9-7600-0468-700F-47013EDCEC66}"/>
              </a:ext>
            </a:extLst>
          </p:cNvPr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9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 10"/>
          <p:cNvSpPr/>
          <p:nvPr/>
        </p:nvSpPr>
        <p:spPr>
          <a:xfrm>
            <a:off x="685800" y="452000"/>
            <a:ext cx="118000" cy="47000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itle 11"/>
          <p:cNvSpPr txBox="1"/>
          <p:nvPr/>
        </p:nvSpPr>
        <p:spPr>
          <a:xfrm>
            <a:off x="900000" y="430000"/>
            <a:ext cx="96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Supplier — Roles &amp; Workflow</a:t>
            </a:r>
          </a:p>
        </p:txBody>
      </p:sp>
      <p:sp>
        <p:nvSpPr>
          <p:cNvPr id="12" name="Sub 12"/>
          <p:cNvSpPr txBox="1"/>
          <p:nvPr/>
        </p:nvSpPr>
        <p:spPr>
          <a:xfrm>
            <a:off x="902000" y="1030000"/>
            <a:ext cx="96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altLang="ja-JP" sz="1600" b="1" dirty="0">
                <a:solidFill>
                  <a:srgbClr val="595959"/>
                </a:solidFill>
              </a:rPr>
              <a:t>Organizations:  Supplier</a:t>
            </a:r>
          </a:p>
        </p:txBody>
      </p:sp>
      <p:sp>
        <p:nvSpPr>
          <p:cNvPr id="13" name="Divider 13"/>
          <p:cNvSpPr/>
          <p:nvPr/>
        </p:nvSpPr>
        <p:spPr>
          <a:xfrm>
            <a:off x="685800" y="1440000"/>
            <a:ext cx="10820400" cy="13000"/>
          </a:xfrm>
          <a:prstGeom prst="rect">
            <a:avLst/>
          </a:prstGeom>
          <a:solidFill>
            <a:srgbClr val="D9E1E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Card 30"/>
          <p:cNvSpPr/>
          <p:nvPr/>
        </p:nvSpPr>
        <p:spPr>
          <a:xfrm>
            <a:off x="685800" y="1580000"/>
            <a:ext cx="5280200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leHdr 31"/>
          <p:cNvSpPr/>
          <p:nvPr/>
        </p:nvSpPr>
        <p:spPr>
          <a:xfrm>
            <a:off x="685800" y="1580000"/>
            <a:ext cx="5280200" cy="352425"/>
          </a:xfrm>
          <a:prstGeom prst="roundRect">
            <a:avLst>
              <a:gd name="adj" fmla="val 4000"/>
            </a:avLst>
          </a:prstGeom>
          <a:solidFill>
            <a:srgbClr val="156082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Supplier</a:t>
            </a:r>
            <a:r>
              <a:rPr lang="ja-JP" altLang="en-US" sz="1600" b="1" dirty="0">
                <a:solidFill>
                  <a:srgbClr val="FFFFFF"/>
                </a:solidFill>
              </a:rPr>
              <a:t> </a:t>
            </a:r>
            <a:r>
              <a:rPr lang="en-US" altLang="ja-JP" sz="1600" b="1" dirty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33" name="Card 33"/>
          <p:cNvSpPr/>
          <p:nvPr/>
        </p:nvSpPr>
        <p:spPr>
          <a:xfrm>
            <a:off x="6226000" y="1580000"/>
            <a:ext cx="5280200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oleHdr 34"/>
          <p:cNvSpPr/>
          <p:nvPr/>
        </p:nvSpPr>
        <p:spPr>
          <a:xfrm>
            <a:off x="6226000" y="1580000"/>
            <a:ext cx="5280200" cy="352425"/>
          </a:xfrm>
          <a:prstGeom prst="roundRect">
            <a:avLst>
              <a:gd name="adj" fmla="val 4000"/>
            </a:avLst>
          </a:prstGeom>
          <a:solidFill>
            <a:srgbClr val="156082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>
                <a:solidFill>
                  <a:srgbClr val="FFFFFF"/>
                </a:solidFill>
              </a:rPr>
              <a:t>Material Shipping </a:t>
            </a:r>
            <a:r>
              <a:rPr lang="en-US" altLang="ja-JP" sz="1600" b="1" dirty="0">
                <a:solidFill>
                  <a:srgbClr val="FFFFFF"/>
                </a:solidFill>
              </a:rPr>
              <a:t>Operator</a:t>
            </a:r>
          </a:p>
        </p:txBody>
      </p:sp>
      <p:sp>
        <p:nvSpPr>
          <p:cNvPr id="990" name="PageNumber"/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5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3A3322E-6981-0606-1248-739F2844D68B}"/>
              </a:ext>
            </a:extLst>
          </p:cNvPr>
          <p:cNvSpPr/>
          <p:nvPr/>
        </p:nvSpPr>
        <p:spPr>
          <a:xfrm>
            <a:off x="1509600" y="2783682"/>
            <a:ext cx="3238500" cy="352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Receive Material Request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8EBE7D4-71A4-B2A0-7123-4E5AA3CFECFD}"/>
              </a:ext>
            </a:extLst>
          </p:cNvPr>
          <p:cNvSpPr/>
          <p:nvPr/>
        </p:nvSpPr>
        <p:spPr>
          <a:xfrm>
            <a:off x="1509600" y="3343275"/>
            <a:ext cx="3238500" cy="352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Check Inventory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01D4628-F8B4-B700-F09F-C9F26900AE76}"/>
              </a:ext>
            </a:extLst>
          </p:cNvPr>
          <p:cNvSpPr/>
          <p:nvPr/>
        </p:nvSpPr>
        <p:spPr>
          <a:xfrm>
            <a:off x="1509600" y="3929002"/>
            <a:ext cx="3238500" cy="352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Create Picking Order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30EADE1-3500-6A42-1108-B2BA7EFE3116}"/>
              </a:ext>
            </a:extLst>
          </p:cNvPr>
          <p:cNvSpPr/>
          <p:nvPr/>
        </p:nvSpPr>
        <p:spPr>
          <a:xfrm>
            <a:off x="1509600" y="5065987"/>
            <a:ext cx="3238500" cy="352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Release Picking Order to shipping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911FA55-ADE0-F182-068D-16E6ED11C0D0}"/>
              </a:ext>
            </a:extLst>
          </p:cNvPr>
          <p:cNvSpPr/>
          <p:nvPr/>
        </p:nvSpPr>
        <p:spPr>
          <a:xfrm>
            <a:off x="1062301" y="5808270"/>
            <a:ext cx="1828049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operator account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FAD78C8-D49C-C1F0-4392-0D82504AC2EB}"/>
              </a:ext>
            </a:extLst>
          </p:cNvPr>
          <p:cNvSpPr/>
          <p:nvPr/>
        </p:nvSpPr>
        <p:spPr>
          <a:xfrm>
            <a:off x="7329375" y="2656950"/>
            <a:ext cx="3238500" cy="352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Picking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CF4B5FA-FD81-9D29-F429-0A58BB28025A}"/>
              </a:ext>
            </a:extLst>
          </p:cNvPr>
          <p:cNvSpPr/>
          <p:nvPr/>
        </p:nvSpPr>
        <p:spPr>
          <a:xfrm>
            <a:off x="7329375" y="4408850"/>
            <a:ext cx="3238500" cy="352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Picking complete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2B846D9-C39F-2766-13C9-12D8E60753CD}"/>
              </a:ext>
            </a:extLst>
          </p:cNvPr>
          <p:cNvSpPr/>
          <p:nvPr/>
        </p:nvSpPr>
        <p:spPr>
          <a:xfrm>
            <a:off x="7329375" y="5065987"/>
            <a:ext cx="3238500" cy="352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Shipping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5EBAD6C-48D2-4BF4-5C60-D5459DB36428}"/>
              </a:ext>
            </a:extLst>
          </p:cNvPr>
          <p:cNvSpPr/>
          <p:nvPr/>
        </p:nvSpPr>
        <p:spPr>
          <a:xfrm>
            <a:off x="7329375" y="5730383"/>
            <a:ext cx="3238500" cy="5159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Update shipping / material request  Status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8374CE2-B231-6D09-EDCD-AD88691A38E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128850" y="3136107"/>
            <a:ext cx="0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B838C561-402C-888C-2717-487E104A1482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3128850" y="3695700"/>
            <a:ext cx="0" cy="233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A10616CD-EB8F-25C1-0234-B89D0ED4DAB2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4748100" y="2833163"/>
            <a:ext cx="2581275" cy="1272052"/>
          </a:xfrm>
          <a:prstGeom prst="bentConnector3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66128511-9BF7-C1A0-FAB3-974C0554120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8948625" y="3009375"/>
            <a:ext cx="0" cy="1399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CB254DBE-9310-8DCB-4C79-60BF2C51A022}"/>
              </a:ext>
            </a:extLst>
          </p:cNvPr>
          <p:cNvCxnSpPr>
            <a:cxnSpLocks/>
            <a:stCxn id="18" idx="1"/>
            <a:endCxn id="15" idx="0"/>
          </p:cNvCxnSpPr>
          <p:nvPr/>
        </p:nvCxnSpPr>
        <p:spPr>
          <a:xfrm rot="10800000" flipV="1">
            <a:off x="3128851" y="4585063"/>
            <a:ext cx="4200525" cy="480924"/>
          </a:xfrm>
          <a:prstGeom prst="bentConnector2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3D60C4E8-A723-E7B8-E73A-81121828CC87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4748100" y="5242200"/>
            <a:ext cx="2581275" cy="0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7C399523-2858-AB12-9313-385D892B3BFE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948625" y="5418412"/>
            <a:ext cx="0" cy="311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直線コネクタ 967">
            <a:extLst>
              <a:ext uri="{FF2B5EF4-FFF2-40B4-BE49-F238E27FC236}">
                <a16:creationId xmlns:a16="http://schemas.microsoft.com/office/drawing/2014/main" id="{A43C6317-E950-EFE5-A08B-41778CF6F4C0}"/>
              </a:ext>
            </a:extLst>
          </p:cNvPr>
          <p:cNvCxnSpPr/>
          <p:nvPr/>
        </p:nvCxnSpPr>
        <p:spPr>
          <a:xfrm>
            <a:off x="685800" y="5676900"/>
            <a:ext cx="5280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9" name="正方形/長方形 968">
            <a:extLst>
              <a:ext uri="{FF2B5EF4-FFF2-40B4-BE49-F238E27FC236}">
                <a16:creationId xmlns:a16="http://schemas.microsoft.com/office/drawing/2014/main" id="{95327297-C2C6-A185-D2CC-D913FC240D3E}"/>
              </a:ext>
            </a:extLst>
          </p:cNvPr>
          <p:cNvSpPr/>
          <p:nvPr/>
        </p:nvSpPr>
        <p:spPr>
          <a:xfrm>
            <a:off x="3353927" y="5808270"/>
            <a:ext cx="1828049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admin account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87F7EA-F12A-E6D4-CB23-3BC0582A78A6}"/>
              </a:ext>
            </a:extLst>
          </p:cNvPr>
          <p:cNvSpPr txBox="1"/>
          <p:nvPr/>
        </p:nvSpPr>
        <p:spPr>
          <a:xfrm>
            <a:off x="9040599" y="852948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0E2841"/>
                </a:solidFill>
              </a:rPr>
              <a:t>Work flow</a:t>
            </a:r>
            <a:endParaRPr kumimoji="1" lang="ja-JP" altLang="en-US" sz="12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E101C44-4EB0-2EF2-0EBD-52B92C70DA05}"/>
              </a:ext>
            </a:extLst>
          </p:cNvPr>
          <p:cNvCxnSpPr>
            <a:cxnSpLocks/>
          </p:cNvCxnSpPr>
          <p:nvPr/>
        </p:nvCxnSpPr>
        <p:spPr>
          <a:xfrm>
            <a:off x="9078494" y="1163983"/>
            <a:ext cx="927438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D9E633-C633-1B20-5C51-AB516DB6151C}"/>
              </a:ext>
            </a:extLst>
          </p:cNvPr>
          <p:cNvSpPr txBox="1"/>
          <p:nvPr/>
        </p:nvSpPr>
        <p:spPr>
          <a:xfrm>
            <a:off x="10158114" y="852948"/>
            <a:ext cx="1271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E97132"/>
                </a:solidFill>
              </a:rPr>
              <a:t>Work request</a:t>
            </a:r>
            <a:endParaRPr kumimoji="1" lang="ja-JP" altLang="en-US" sz="1200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B9E7170-7555-06A9-2153-7A60925EC653}"/>
              </a:ext>
            </a:extLst>
          </p:cNvPr>
          <p:cNvCxnSpPr>
            <a:cxnSpLocks/>
          </p:cNvCxnSpPr>
          <p:nvPr/>
        </p:nvCxnSpPr>
        <p:spPr>
          <a:xfrm>
            <a:off x="10238251" y="1163983"/>
            <a:ext cx="1057234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FCAC75-17FC-068E-AE7E-9AEE2C3A5311}"/>
              </a:ext>
            </a:extLst>
          </p:cNvPr>
          <p:cNvSpPr/>
          <p:nvPr/>
        </p:nvSpPr>
        <p:spPr>
          <a:xfrm>
            <a:off x="1509600" y="2131091"/>
            <a:ext cx="3238500" cy="42643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(Manufacturer)</a:t>
            </a:r>
          </a:p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Create Material request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28E35F9-91E5-27D8-895C-36173DE781B1}"/>
              </a:ext>
            </a:extLst>
          </p:cNvPr>
          <p:cNvCxnSpPr>
            <a:cxnSpLocks/>
            <a:stCxn id="21" idx="2"/>
            <a:endCxn id="7" idx="0"/>
          </p:cNvCxnSpPr>
          <p:nvPr/>
        </p:nvCxnSpPr>
        <p:spPr>
          <a:xfrm>
            <a:off x="3128850" y="2557526"/>
            <a:ext cx="0" cy="226156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 10"/>
          <p:cNvSpPr/>
          <p:nvPr/>
        </p:nvSpPr>
        <p:spPr>
          <a:xfrm>
            <a:off x="685800" y="452000"/>
            <a:ext cx="118000" cy="4700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itle 11"/>
          <p:cNvSpPr txBox="1"/>
          <p:nvPr/>
        </p:nvSpPr>
        <p:spPr>
          <a:xfrm>
            <a:off x="900000" y="430000"/>
            <a:ext cx="96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Manufacturer — Roles &amp; Workflow</a:t>
            </a:r>
          </a:p>
        </p:txBody>
      </p:sp>
      <p:sp>
        <p:nvSpPr>
          <p:cNvPr id="12" name="Sub 12"/>
          <p:cNvSpPr txBox="1"/>
          <p:nvPr/>
        </p:nvSpPr>
        <p:spPr>
          <a:xfrm>
            <a:off x="902000" y="1030000"/>
            <a:ext cx="96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altLang="ja-JP" sz="1600" b="1" dirty="0">
                <a:solidFill>
                  <a:srgbClr val="595959"/>
                </a:solidFill>
              </a:rPr>
              <a:t>Organizations:  Production , Quality Assurance</a:t>
            </a:r>
          </a:p>
        </p:txBody>
      </p:sp>
      <p:sp>
        <p:nvSpPr>
          <p:cNvPr id="13" name="Divider 13"/>
          <p:cNvSpPr/>
          <p:nvPr/>
        </p:nvSpPr>
        <p:spPr>
          <a:xfrm>
            <a:off x="685800" y="1440000"/>
            <a:ext cx="10820400" cy="13000"/>
          </a:xfrm>
          <a:prstGeom prst="rect">
            <a:avLst/>
          </a:prstGeom>
          <a:solidFill>
            <a:srgbClr val="D9E1E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Card 30"/>
          <p:cNvSpPr/>
          <p:nvPr/>
        </p:nvSpPr>
        <p:spPr>
          <a:xfrm>
            <a:off x="685800" y="1580000"/>
            <a:ext cx="3433466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leHdr 31"/>
          <p:cNvSpPr/>
          <p:nvPr/>
        </p:nvSpPr>
        <p:spPr>
          <a:xfrm>
            <a:off x="685800" y="1580000"/>
            <a:ext cx="3433466" cy="347456"/>
          </a:xfrm>
          <a:prstGeom prst="roundRect">
            <a:avLst>
              <a:gd name="adj" fmla="val 4000"/>
            </a:avLst>
          </a:prstGeom>
          <a:solidFill>
            <a:srgbClr val="E97132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Production Administrator</a:t>
            </a:r>
          </a:p>
        </p:txBody>
      </p:sp>
      <p:sp>
        <p:nvSpPr>
          <p:cNvPr id="33" name="Card 33"/>
          <p:cNvSpPr/>
          <p:nvPr/>
        </p:nvSpPr>
        <p:spPr>
          <a:xfrm>
            <a:off x="4379266" y="1580000"/>
            <a:ext cx="3433466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34" name="RoleHdr 34"/>
          <p:cNvSpPr/>
          <p:nvPr/>
        </p:nvSpPr>
        <p:spPr>
          <a:xfrm>
            <a:off x="4379266" y="1580000"/>
            <a:ext cx="3433466" cy="347456"/>
          </a:xfrm>
          <a:prstGeom prst="roundRect">
            <a:avLst>
              <a:gd name="adj" fmla="val 4000"/>
            </a:avLst>
          </a:prstGeom>
          <a:solidFill>
            <a:srgbClr val="E97132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Production Operator</a:t>
            </a:r>
          </a:p>
        </p:txBody>
      </p:sp>
      <p:sp>
        <p:nvSpPr>
          <p:cNvPr id="36" name="Card 36"/>
          <p:cNvSpPr/>
          <p:nvPr/>
        </p:nvSpPr>
        <p:spPr>
          <a:xfrm>
            <a:off x="8072732" y="1580000"/>
            <a:ext cx="3433466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oleHdr 37"/>
          <p:cNvSpPr/>
          <p:nvPr/>
        </p:nvSpPr>
        <p:spPr>
          <a:xfrm>
            <a:off x="8072732" y="1580000"/>
            <a:ext cx="3433466" cy="347456"/>
          </a:xfrm>
          <a:prstGeom prst="roundRect">
            <a:avLst>
              <a:gd name="adj" fmla="val 4000"/>
            </a:avLst>
          </a:prstGeom>
          <a:solidFill>
            <a:srgbClr val="E97132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Quality Assurance</a:t>
            </a:r>
          </a:p>
        </p:txBody>
      </p:sp>
      <p:sp>
        <p:nvSpPr>
          <p:cNvPr id="990" name="PageNumber"/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3A62CEA-3835-AA30-BFA2-0CA5A0E9C82D}"/>
              </a:ext>
            </a:extLst>
          </p:cNvPr>
          <p:cNvSpPr/>
          <p:nvPr/>
        </p:nvSpPr>
        <p:spPr>
          <a:xfrm>
            <a:off x="1012868" y="4565341"/>
            <a:ext cx="2676446" cy="466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Issue Delivery Request</a:t>
            </a:r>
          </a:p>
          <a:p>
            <a:pPr algn="ctr"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To transporter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A233FC-AF72-C8C4-785D-4FF9D6CBB702}"/>
              </a:ext>
            </a:extLst>
          </p:cNvPr>
          <p:cNvSpPr/>
          <p:nvPr/>
        </p:nvSpPr>
        <p:spPr>
          <a:xfrm>
            <a:off x="4772752" y="2687028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Receive Raw Materials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0584EA4-33D8-61DA-2C13-31EDF14AE057}"/>
              </a:ext>
            </a:extLst>
          </p:cNvPr>
          <p:cNvSpPr/>
          <p:nvPr/>
        </p:nvSpPr>
        <p:spPr>
          <a:xfrm>
            <a:off x="4772752" y="3294664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Execute Production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539DA35-B607-FE39-B276-5D94D6C2CA01}"/>
              </a:ext>
            </a:extLst>
          </p:cNvPr>
          <p:cNvSpPr/>
          <p:nvPr/>
        </p:nvSpPr>
        <p:spPr>
          <a:xfrm>
            <a:off x="4757776" y="3960238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Register Finished Goods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0C74268-FD59-1C87-E558-E46168B09240}"/>
              </a:ext>
            </a:extLst>
          </p:cNvPr>
          <p:cNvSpPr/>
          <p:nvPr/>
        </p:nvSpPr>
        <p:spPr>
          <a:xfrm>
            <a:off x="4772752" y="5303582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Shipping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CE04F25-E75D-B13D-DF85-BECE2C34453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6095999" y="3647089"/>
            <a:ext cx="14976" cy="3131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453B6E6-9F80-4E57-A444-DCF1412F5373}"/>
              </a:ext>
            </a:extLst>
          </p:cNvPr>
          <p:cNvSpPr/>
          <p:nvPr/>
        </p:nvSpPr>
        <p:spPr>
          <a:xfrm>
            <a:off x="1012868" y="2061442"/>
            <a:ext cx="2676446" cy="4264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Create Material Request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To supplier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8B7C88D-2ED6-BD27-2904-4EA8048465E2}"/>
              </a:ext>
            </a:extLst>
          </p:cNvPr>
          <p:cNvSpPr/>
          <p:nvPr/>
        </p:nvSpPr>
        <p:spPr>
          <a:xfrm>
            <a:off x="8502686" y="3307368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Receive Finished Goods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6CB7C4D-3721-4C2E-53E9-06BE3DA61BD0}"/>
              </a:ext>
            </a:extLst>
          </p:cNvPr>
          <p:cNvSpPr/>
          <p:nvPr/>
        </p:nvSpPr>
        <p:spPr>
          <a:xfrm>
            <a:off x="8502686" y="3944897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Execute Quality Inspection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426053A-2435-08FA-2FD2-92743B560318}"/>
              </a:ext>
            </a:extLst>
          </p:cNvPr>
          <p:cNvSpPr/>
          <p:nvPr/>
        </p:nvSpPr>
        <p:spPr>
          <a:xfrm>
            <a:off x="8502686" y="4622392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Enter Quality Inspection result</a:t>
            </a:r>
          </a:p>
        </p:txBody>
      </p: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5192C1FA-7F79-9002-06F3-BB54FDB9428C}"/>
              </a:ext>
            </a:extLst>
          </p:cNvPr>
          <p:cNvCxnSpPr>
            <a:cxnSpLocks/>
            <a:stCxn id="9" idx="3"/>
            <a:endCxn id="46" idx="1"/>
          </p:cNvCxnSpPr>
          <p:nvPr/>
        </p:nvCxnSpPr>
        <p:spPr>
          <a:xfrm flipV="1">
            <a:off x="7434222" y="3483581"/>
            <a:ext cx="1068464" cy="652870"/>
          </a:xfrm>
          <a:prstGeom prst="bentConnector3">
            <a:avLst>
              <a:gd name="adj1" fmla="val 50000"/>
            </a:avLst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直線矢印コネクタ 971">
            <a:extLst>
              <a:ext uri="{FF2B5EF4-FFF2-40B4-BE49-F238E27FC236}">
                <a16:creationId xmlns:a16="http://schemas.microsoft.com/office/drawing/2014/main" id="{4C6442A9-767F-8DD0-36DF-E454052ED8B9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9840909" y="3659793"/>
            <a:ext cx="0" cy="285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直線矢印コネクタ 974">
            <a:extLst>
              <a:ext uri="{FF2B5EF4-FFF2-40B4-BE49-F238E27FC236}">
                <a16:creationId xmlns:a16="http://schemas.microsoft.com/office/drawing/2014/main" id="{F16B5181-D04C-2AD8-808D-AE0C3AD09BBE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9840909" y="4297322"/>
            <a:ext cx="0" cy="3250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コネクタ: カギ線 54">
            <a:extLst>
              <a:ext uri="{FF2B5EF4-FFF2-40B4-BE49-F238E27FC236}">
                <a16:creationId xmlns:a16="http://schemas.microsoft.com/office/drawing/2014/main" id="{69352EB5-9DC8-BC83-127C-0763448C4AA4}"/>
              </a:ext>
            </a:extLst>
          </p:cNvPr>
          <p:cNvCxnSpPr>
            <a:cxnSpLocks/>
            <a:stCxn id="48" idx="1"/>
            <a:endCxn id="6" idx="3"/>
          </p:cNvCxnSpPr>
          <p:nvPr/>
        </p:nvCxnSpPr>
        <p:spPr>
          <a:xfrm flipH="1" flipV="1">
            <a:off x="3689314" y="4798604"/>
            <a:ext cx="4813372" cy="1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9" name="正方形/長方形 988">
            <a:extLst>
              <a:ext uri="{FF2B5EF4-FFF2-40B4-BE49-F238E27FC236}">
                <a16:creationId xmlns:a16="http://schemas.microsoft.com/office/drawing/2014/main" id="{25541060-7DF6-DBAF-CE94-3C7B214480DD}"/>
              </a:ext>
            </a:extLst>
          </p:cNvPr>
          <p:cNvSpPr/>
          <p:nvPr/>
        </p:nvSpPr>
        <p:spPr>
          <a:xfrm>
            <a:off x="766266" y="5855895"/>
            <a:ext cx="1510785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admin account</a:t>
            </a:r>
          </a:p>
        </p:txBody>
      </p:sp>
      <p:cxnSp>
        <p:nvCxnSpPr>
          <p:cNvPr id="991" name="直線コネクタ 990">
            <a:extLst>
              <a:ext uri="{FF2B5EF4-FFF2-40B4-BE49-F238E27FC236}">
                <a16:creationId xmlns:a16="http://schemas.microsoft.com/office/drawing/2014/main" id="{9B0B2521-6178-6564-4567-CB90F66D6CD6}"/>
              </a:ext>
            </a:extLst>
          </p:cNvPr>
          <p:cNvCxnSpPr>
            <a:cxnSpLocks/>
          </p:cNvCxnSpPr>
          <p:nvPr/>
        </p:nvCxnSpPr>
        <p:spPr>
          <a:xfrm>
            <a:off x="685800" y="5762625"/>
            <a:ext cx="34334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2" name="正方形/長方形 991">
            <a:extLst>
              <a:ext uri="{FF2B5EF4-FFF2-40B4-BE49-F238E27FC236}">
                <a16:creationId xmlns:a16="http://schemas.microsoft.com/office/drawing/2014/main" id="{5C8C6633-C0F6-DED4-E617-43C06A6ED58F}"/>
              </a:ext>
            </a:extLst>
          </p:cNvPr>
          <p:cNvSpPr/>
          <p:nvPr/>
        </p:nvSpPr>
        <p:spPr>
          <a:xfrm>
            <a:off x="2390727" y="5855895"/>
            <a:ext cx="1661864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operator &amp; QA account</a:t>
            </a:r>
          </a:p>
        </p:txBody>
      </p:sp>
      <p:sp>
        <p:nvSpPr>
          <p:cNvPr id="995" name="正方形/長方形 994">
            <a:extLst>
              <a:ext uri="{FF2B5EF4-FFF2-40B4-BE49-F238E27FC236}">
                <a16:creationId xmlns:a16="http://schemas.microsoft.com/office/drawing/2014/main" id="{8E4DBA92-1BBF-9363-1B7E-A3F014DE6132}"/>
              </a:ext>
            </a:extLst>
          </p:cNvPr>
          <p:cNvSpPr/>
          <p:nvPr/>
        </p:nvSpPr>
        <p:spPr>
          <a:xfrm>
            <a:off x="4772752" y="5855386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Update shipping Status</a:t>
            </a:r>
          </a:p>
        </p:txBody>
      </p:sp>
      <p:cxnSp>
        <p:nvCxnSpPr>
          <p:cNvPr id="996" name="直線矢印コネクタ 995">
            <a:extLst>
              <a:ext uri="{FF2B5EF4-FFF2-40B4-BE49-F238E27FC236}">
                <a16:creationId xmlns:a16="http://schemas.microsoft.com/office/drawing/2014/main" id="{55197380-B95C-DAB8-2F50-8601BA284C56}"/>
              </a:ext>
            </a:extLst>
          </p:cNvPr>
          <p:cNvCxnSpPr>
            <a:cxnSpLocks/>
            <a:stCxn id="14" idx="2"/>
            <a:endCxn id="995" idx="0"/>
          </p:cNvCxnSpPr>
          <p:nvPr/>
        </p:nvCxnSpPr>
        <p:spPr>
          <a:xfrm>
            <a:off x="6110975" y="5656007"/>
            <a:ext cx="0" cy="1993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A50943B-FA16-8A53-92E8-C3E542707A3C}"/>
              </a:ext>
            </a:extLst>
          </p:cNvPr>
          <p:cNvCxnSpPr>
            <a:cxnSpLocks/>
          </p:cNvCxnSpPr>
          <p:nvPr/>
        </p:nvCxnSpPr>
        <p:spPr>
          <a:xfrm>
            <a:off x="9078494" y="1163983"/>
            <a:ext cx="927438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08E04A5-903C-985A-AAE3-53ACE2B5ADDE}"/>
              </a:ext>
            </a:extLst>
          </p:cNvPr>
          <p:cNvSpPr txBox="1"/>
          <p:nvPr/>
        </p:nvSpPr>
        <p:spPr>
          <a:xfrm>
            <a:off x="10158114" y="852948"/>
            <a:ext cx="1271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E97132"/>
                </a:solidFill>
              </a:rPr>
              <a:t>Work request</a:t>
            </a:r>
            <a:endParaRPr kumimoji="1" lang="ja-JP" altLang="en-US" sz="1200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683F283-65BD-CDE4-13C9-9543F4CA7AA4}"/>
              </a:ext>
            </a:extLst>
          </p:cNvPr>
          <p:cNvCxnSpPr>
            <a:cxnSpLocks/>
          </p:cNvCxnSpPr>
          <p:nvPr/>
        </p:nvCxnSpPr>
        <p:spPr>
          <a:xfrm>
            <a:off x="10238251" y="1163983"/>
            <a:ext cx="1057234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B68EA78-2143-78A7-2805-2344ED97AA2F}"/>
              </a:ext>
            </a:extLst>
          </p:cNvPr>
          <p:cNvSpPr txBox="1"/>
          <p:nvPr/>
        </p:nvSpPr>
        <p:spPr>
          <a:xfrm>
            <a:off x="9040599" y="852948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0E2841"/>
                </a:solidFill>
              </a:rPr>
              <a:t>Work flow</a:t>
            </a:r>
            <a:endParaRPr kumimoji="1" lang="ja-JP" altLang="en-US" sz="12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4D2821-0D81-A1CC-1F7B-4FC7057031F5}"/>
              </a:ext>
            </a:extLst>
          </p:cNvPr>
          <p:cNvSpPr/>
          <p:nvPr/>
        </p:nvSpPr>
        <p:spPr>
          <a:xfrm>
            <a:off x="4772752" y="2099414"/>
            <a:ext cx="2676446" cy="402946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(Supplier)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Shipping material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3FB0314-F386-30DB-DA6D-E25FDB1B62FF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6110975" y="2502360"/>
            <a:ext cx="0" cy="1846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3DD6C62-C233-9A13-B30A-CB83A530B4AB}"/>
              </a:ext>
            </a:extLst>
          </p:cNvPr>
          <p:cNvSpPr/>
          <p:nvPr/>
        </p:nvSpPr>
        <p:spPr>
          <a:xfrm>
            <a:off x="1012868" y="2655749"/>
            <a:ext cx="2676446" cy="426435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(Supplier)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Receive Material Request</a:t>
            </a:r>
          </a:p>
        </p:txBody>
      </p:sp>
      <p:cxnSp>
        <p:nvCxnSpPr>
          <p:cNvPr id="38" name="コネクタ: カギ線 54">
            <a:extLst>
              <a:ext uri="{FF2B5EF4-FFF2-40B4-BE49-F238E27FC236}">
                <a16:creationId xmlns:a16="http://schemas.microsoft.com/office/drawing/2014/main" id="{BC02DE93-50B4-FC20-1201-057212ECB420}"/>
              </a:ext>
            </a:extLst>
          </p:cNvPr>
          <p:cNvCxnSpPr>
            <a:cxnSpLocks/>
            <a:stCxn id="26" idx="2"/>
            <a:endCxn id="35" idx="0"/>
          </p:cNvCxnSpPr>
          <p:nvPr/>
        </p:nvCxnSpPr>
        <p:spPr>
          <a:xfrm>
            <a:off x="2351091" y="2487877"/>
            <a:ext cx="0" cy="167872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93646E0-EDF5-29B9-5501-C0E0A9D9CCA4}"/>
              </a:ext>
            </a:extLst>
          </p:cNvPr>
          <p:cNvSpPr/>
          <p:nvPr/>
        </p:nvSpPr>
        <p:spPr>
          <a:xfrm>
            <a:off x="1012868" y="5266392"/>
            <a:ext cx="2676446" cy="426435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(Transporter)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Receive Delivery Request</a:t>
            </a:r>
          </a:p>
        </p:txBody>
      </p:sp>
      <p:cxnSp>
        <p:nvCxnSpPr>
          <p:cNvPr id="44" name="コネクタ: カギ線 54">
            <a:extLst>
              <a:ext uri="{FF2B5EF4-FFF2-40B4-BE49-F238E27FC236}">
                <a16:creationId xmlns:a16="http://schemas.microsoft.com/office/drawing/2014/main" id="{1BBFD85E-9C24-76ED-D8E2-D8165A8CB0B1}"/>
              </a:ext>
            </a:extLst>
          </p:cNvPr>
          <p:cNvCxnSpPr>
            <a:cxnSpLocks/>
            <a:stCxn id="6" idx="2"/>
            <a:endCxn id="43" idx="0"/>
          </p:cNvCxnSpPr>
          <p:nvPr/>
        </p:nvCxnSpPr>
        <p:spPr>
          <a:xfrm>
            <a:off x="2351091" y="5031867"/>
            <a:ext cx="0" cy="234525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4FBD6757-E8D1-F23A-5C92-C241344BA576}"/>
              </a:ext>
            </a:extLst>
          </p:cNvPr>
          <p:cNvCxnSpPr>
            <a:cxnSpLocks/>
            <a:stCxn id="43" idx="3"/>
            <a:endCxn id="14" idx="1"/>
          </p:cNvCxnSpPr>
          <p:nvPr/>
        </p:nvCxnSpPr>
        <p:spPr>
          <a:xfrm>
            <a:off x="3689314" y="5479610"/>
            <a:ext cx="1083438" cy="1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7AF9CEFD-7A8E-AF39-3430-73F3E94ADF5A}"/>
              </a:ext>
            </a:extLst>
          </p:cNvPr>
          <p:cNvSpPr/>
          <p:nvPr/>
        </p:nvSpPr>
        <p:spPr>
          <a:xfrm>
            <a:off x="1012868" y="3958537"/>
            <a:ext cx="2676446" cy="352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Create Production Plan</a:t>
            </a:r>
          </a:p>
        </p:txBody>
      </p:sp>
      <p:sp>
        <p:nvSpPr>
          <p:cNvPr id="961" name="正方形/長方形 960">
            <a:extLst>
              <a:ext uri="{FF2B5EF4-FFF2-40B4-BE49-F238E27FC236}">
                <a16:creationId xmlns:a16="http://schemas.microsoft.com/office/drawing/2014/main" id="{D5E33C27-F6BF-7D8C-7F6F-8714D0D5FF9E}"/>
              </a:ext>
            </a:extLst>
          </p:cNvPr>
          <p:cNvSpPr/>
          <p:nvPr/>
        </p:nvSpPr>
        <p:spPr>
          <a:xfrm>
            <a:off x="1012868" y="3308405"/>
            <a:ext cx="2676446" cy="426435"/>
          </a:xfrm>
          <a:prstGeom prst="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(Wholesaler)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Create Replenishment Request</a:t>
            </a:r>
          </a:p>
        </p:txBody>
      </p:sp>
      <p:cxnSp>
        <p:nvCxnSpPr>
          <p:cNvPr id="963" name="コネクタ: カギ線 962">
            <a:extLst>
              <a:ext uri="{FF2B5EF4-FFF2-40B4-BE49-F238E27FC236}">
                <a16:creationId xmlns:a16="http://schemas.microsoft.com/office/drawing/2014/main" id="{DBBF9F31-42FC-963A-3976-FCF896CCABF8}"/>
              </a:ext>
            </a:extLst>
          </p:cNvPr>
          <p:cNvCxnSpPr>
            <a:cxnSpLocks/>
            <a:stCxn id="56" idx="3"/>
            <a:endCxn id="8" idx="1"/>
          </p:cNvCxnSpPr>
          <p:nvPr/>
        </p:nvCxnSpPr>
        <p:spPr>
          <a:xfrm flipV="1">
            <a:off x="3689314" y="3470877"/>
            <a:ext cx="1083438" cy="663873"/>
          </a:xfrm>
          <a:prstGeom prst="bentConnector3">
            <a:avLst>
              <a:gd name="adj1" fmla="val 50000"/>
            </a:avLst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コネクタ: カギ線 54">
            <a:extLst>
              <a:ext uri="{FF2B5EF4-FFF2-40B4-BE49-F238E27FC236}">
                <a16:creationId xmlns:a16="http://schemas.microsoft.com/office/drawing/2014/main" id="{AE822C84-4DB5-483A-A440-C99D2D101E8D}"/>
              </a:ext>
            </a:extLst>
          </p:cNvPr>
          <p:cNvCxnSpPr>
            <a:cxnSpLocks/>
            <a:stCxn id="961" idx="2"/>
            <a:endCxn id="56" idx="0"/>
          </p:cNvCxnSpPr>
          <p:nvPr/>
        </p:nvCxnSpPr>
        <p:spPr>
          <a:xfrm>
            <a:off x="2351091" y="3734840"/>
            <a:ext cx="0" cy="223697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直線コネクタ 982">
            <a:extLst>
              <a:ext uri="{FF2B5EF4-FFF2-40B4-BE49-F238E27FC236}">
                <a16:creationId xmlns:a16="http://schemas.microsoft.com/office/drawing/2014/main" id="{7F67ED6E-1376-1954-4FDB-E9BACC3CF21A}"/>
              </a:ext>
            </a:extLst>
          </p:cNvPr>
          <p:cNvCxnSpPr>
            <a:cxnSpLocks/>
          </p:cNvCxnSpPr>
          <p:nvPr/>
        </p:nvCxnSpPr>
        <p:spPr>
          <a:xfrm>
            <a:off x="685800" y="3206009"/>
            <a:ext cx="34334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直線コネクタ 983">
            <a:extLst>
              <a:ext uri="{FF2B5EF4-FFF2-40B4-BE49-F238E27FC236}">
                <a16:creationId xmlns:a16="http://schemas.microsoft.com/office/drawing/2014/main" id="{9A8AF84F-6C88-9317-406D-3789426496D2}"/>
              </a:ext>
            </a:extLst>
          </p:cNvPr>
          <p:cNvCxnSpPr>
            <a:cxnSpLocks/>
          </p:cNvCxnSpPr>
          <p:nvPr/>
        </p:nvCxnSpPr>
        <p:spPr>
          <a:xfrm>
            <a:off x="4394242" y="3206009"/>
            <a:ext cx="34334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 10"/>
          <p:cNvSpPr/>
          <p:nvPr/>
        </p:nvSpPr>
        <p:spPr>
          <a:xfrm>
            <a:off x="685800" y="452000"/>
            <a:ext cx="118000" cy="470000"/>
          </a:xfrm>
          <a:prstGeom prst="rect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itle 11"/>
          <p:cNvSpPr txBox="1"/>
          <p:nvPr/>
        </p:nvSpPr>
        <p:spPr>
          <a:xfrm>
            <a:off x="900000" y="430000"/>
            <a:ext cx="96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Logistics — Roles &amp; Workflow</a:t>
            </a:r>
          </a:p>
        </p:txBody>
      </p:sp>
      <p:sp>
        <p:nvSpPr>
          <p:cNvPr id="12" name="Sub 12"/>
          <p:cNvSpPr txBox="1"/>
          <p:nvPr/>
        </p:nvSpPr>
        <p:spPr>
          <a:xfrm>
            <a:off x="902000" y="1030000"/>
            <a:ext cx="96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altLang="ja-JP" sz="1600" b="1" dirty="0">
                <a:solidFill>
                  <a:srgbClr val="595959"/>
                </a:solidFill>
              </a:rPr>
              <a:t>Organizations:  Transport</a:t>
            </a:r>
          </a:p>
        </p:txBody>
      </p:sp>
      <p:sp>
        <p:nvSpPr>
          <p:cNvPr id="13" name="Divider 13"/>
          <p:cNvSpPr/>
          <p:nvPr/>
        </p:nvSpPr>
        <p:spPr>
          <a:xfrm>
            <a:off x="685800" y="1440000"/>
            <a:ext cx="10820400" cy="13000"/>
          </a:xfrm>
          <a:prstGeom prst="rect">
            <a:avLst/>
          </a:prstGeom>
          <a:solidFill>
            <a:srgbClr val="D9E1E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Card 30"/>
          <p:cNvSpPr/>
          <p:nvPr/>
        </p:nvSpPr>
        <p:spPr>
          <a:xfrm>
            <a:off x="685800" y="1580000"/>
            <a:ext cx="5280200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leHdr 31"/>
          <p:cNvSpPr/>
          <p:nvPr/>
        </p:nvSpPr>
        <p:spPr>
          <a:xfrm>
            <a:off x="685800" y="1580000"/>
            <a:ext cx="5280200" cy="365000"/>
          </a:xfrm>
          <a:prstGeom prst="roundRect">
            <a:avLst>
              <a:gd name="adj" fmla="val 4000"/>
            </a:avLst>
          </a:prstGeom>
          <a:solidFill>
            <a:srgbClr val="196B24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Transport Administrator</a:t>
            </a:r>
          </a:p>
        </p:txBody>
      </p:sp>
      <p:sp>
        <p:nvSpPr>
          <p:cNvPr id="33" name="Card 33"/>
          <p:cNvSpPr/>
          <p:nvPr/>
        </p:nvSpPr>
        <p:spPr>
          <a:xfrm>
            <a:off x="6226000" y="1580000"/>
            <a:ext cx="5280200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oleHdr 34"/>
          <p:cNvSpPr/>
          <p:nvPr/>
        </p:nvSpPr>
        <p:spPr>
          <a:xfrm>
            <a:off x="6226000" y="1580000"/>
            <a:ext cx="5280200" cy="365000"/>
          </a:xfrm>
          <a:prstGeom prst="roundRect">
            <a:avLst>
              <a:gd name="adj" fmla="val 4000"/>
            </a:avLst>
          </a:prstGeom>
          <a:solidFill>
            <a:srgbClr val="196B24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Driver</a:t>
            </a:r>
          </a:p>
        </p:txBody>
      </p:sp>
      <p:sp>
        <p:nvSpPr>
          <p:cNvPr id="990" name="PageNumber"/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7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14019E-76FE-A826-F173-C3AC6E3FD954}"/>
              </a:ext>
            </a:extLst>
          </p:cNvPr>
          <p:cNvSpPr/>
          <p:nvPr/>
        </p:nvSpPr>
        <p:spPr>
          <a:xfrm>
            <a:off x="1509600" y="2633923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Receive Delivery Request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AD0127-4CB4-F118-A607-E50DAD5A1A20}"/>
              </a:ext>
            </a:extLst>
          </p:cNvPr>
          <p:cNvSpPr/>
          <p:nvPr/>
        </p:nvSpPr>
        <p:spPr>
          <a:xfrm>
            <a:off x="1509600" y="3159325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Scheduling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C5149F0-B961-D423-3CD4-A56F40419E4E}"/>
              </a:ext>
            </a:extLst>
          </p:cNvPr>
          <p:cNvSpPr/>
          <p:nvPr/>
        </p:nvSpPr>
        <p:spPr>
          <a:xfrm>
            <a:off x="1509600" y="3684727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Truck arrangement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EBAF80-A241-8351-2DF1-B10078B13B6E}"/>
              </a:ext>
            </a:extLst>
          </p:cNvPr>
          <p:cNvSpPr/>
          <p:nvPr/>
        </p:nvSpPr>
        <p:spPr>
          <a:xfrm>
            <a:off x="1509600" y="4210129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Create Delivery Order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67C096A-F635-D6AD-4635-B8E53056CDC5}"/>
              </a:ext>
            </a:extLst>
          </p:cNvPr>
          <p:cNvSpPr/>
          <p:nvPr/>
        </p:nvSpPr>
        <p:spPr>
          <a:xfrm>
            <a:off x="1509600" y="4948921"/>
            <a:ext cx="3238500" cy="469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Report Delivery result to Requester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222D35E-D006-265A-A670-5A1626B36D84}"/>
              </a:ext>
            </a:extLst>
          </p:cNvPr>
          <p:cNvSpPr/>
          <p:nvPr/>
        </p:nvSpPr>
        <p:spPr>
          <a:xfrm>
            <a:off x="803800" y="5696382"/>
            <a:ext cx="1510785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admin account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E5E5C6F-E1DC-EE5E-B1CB-AC14BF03FD26}"/>
              </a:ext>
            </a:extLst>
          </p:cNvPr>
          <p:cNvSpPr/>
          <p:nvPr/>
        </p:nvSpPr>
        <p:spPr>
          <a:xfrm>
            <a:off x="7329375" y="2170187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Loading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8AD9EE1-1D55-6DD7-F9A9-80D0CDBBBBD6}"/>
              </a:ext>
            </a:extLst>
          </p:cNvPr>
          <p:cNvSpPr/>
          <p:nvPr/>
        </p:nvSpPr>
        <p:spPr>
          <a:xfrm>
            <a:off x="7329375" y="2748808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Delivery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78AA608-82C5-0AEF-618D-61B53F43D68B}"/>
              </a:ext>
            </a:extLst>
          </p:cNvPr>
          <p:cNvSpPr/>
          <p:nvPr/>
        </p:nvSpPr>
        <p:spPr>
          <a:xfrm>
            <a:off x="7329375" y="3284318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Unloading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5E83C73-DE37-E9A3-3CDA-F0DB4774CFF0}"/>
              </a:ext>
            </a:extLst>
          </p:cNvPr>
          <p:cNvSpPr/>
          <p:nvPr/>
        </p:nvSpPr>
        <p:spPr>
          <a:xfrm>
            <a:off x="7329375" y="3882941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Confirm Delivery Condition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2932D80-DB1D-A00C-FB18-4C859B1CFBC2}"/>
              </a:ext>
            </a:extLst>
          </p:cNvPr>
          <p:cNvCxnSpPr>
            <a:endCxn id="3" idx="0"/>
          </p:cNvCxnSpPr>
          <p:nvPr/>
        </p:nvCxnSpPr>
        <p:spPr>
          <a:xfrm>
            <a:off x="3128850" y="2933129"/>
            <a:ext cx="0" cy="226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DB4EA91-A679-79AE-E752-6A206F7C572C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3128850" y="3511750"/>
            <a:ext cx="0" cy="172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7C305E84-434B-69BB-FE0A-882D99653206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128850" y="4037152"/>
            <a:ext cx="0" cy="172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FBC7D483-15B3-74AD-1A6E-A89E714C64F0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748100" y="2346400"/>
            <a:ext cx="2581275" cy="2039942"/>
          </a:xfrm>
          <a:prstGeom prst="bentConnector3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73A42A5-56C1-E088-9CC3-CFCCE3A378E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948625" y="2522612"/>
            <a:ext cx="0" cy="226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FE3EABD-A189-257B-9CC2-F6CADCF84A99}"/>
              </a:ext>
            </a:extLst>
          </p:cNvPr>
          <p:cNvCxnSpPr/>
          <p:nvPr/>
        </p:nvCxnSpPr>
        <p:spPr>
          <a:xfrm>
            <a:off x="685800" y="5565012"/>
            <a:ext cx="5280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FD312CD-EDD7-0FE2-4550-22CF34E9FEE6}"/>
              </a:ext>
            </a:extLst>
          </p:cNvPr>
          <p:cNvSpPr/>
          <p:nvPr/>
        </p:nvSpPr>
        <p:spPr>
          <a:xfrm>
            <a:off x="2629507" y="5696382"/>
            <a:ext cx="1510785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driver account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30CEA94-1978-EDE1-48DA-14B75422320C}"/>
              </a:ext>
            </a:extLst>
          </p:cNvPr>
          <p:cNvSpPr/>
          <p:nvPr/>
        </p:nvSpPr>
        <p:spPr>
          <a:xfrm>
            <a:off x="7329375" y="4652493"/>
            <a:ext cx="3238500" cy="352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Obtain Proof of Delivery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CF7A326C-D847-5DA2-0CAC-74A39352D5DE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8948625" y="3101233"/>
            <a:ext cx="0" cy="183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8715FD17-9FDB-D3F4-BAE4-AE24CA67DBB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948625" y="3636743"/>
            <a:ext cx="0" cy="246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37656A3-43AB-3EC2-0CC9-EB4314116427}"/>
              </a:ext>
            </a:extLst>
          </p:cNvPr>
          <p:cNvCxnSpPr>
            <a:cxnSpLocks/>
            <a:stCxn id="15" idx="2"/>
            <a:endCxn id="38" idx="0"/>
          </p:cNvCxnSpPr>
          <p:nvPr/>
        </p:nvCxnSpPr>
        <p:spPr>
          <a:xfrm>
            <a:off x="8948625" y="4235366"/>
            <a:ext cx="0" cy="4171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C534C804-CB2C-9868-3427-C18078914D68}"/>
              </a:ext>
            </a:extLst>
          </p:cNvPr>
          <p:cNvCxnSpPr>
            <a:cxnSpLocks/>
            <a:stCxn id="38" idx="1"/>
            <a:endCxn id="6" idx="0"/>
          </p:cNvCxnSpPr>
          <p:nvPr/>
        </p:nvCxnSpPr>
        <p:spPr>
          <a:xfrm rot="10800000" flipV="1">
            <a:off x="3128851" y="4828705"/>
            <a:ext cx="4200525" cy="120215"/>
          </a:xfrm>
          <a:prstGeom prst="bentConnector2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787F110-EE78-A967-DC9A-B5542D88F633}"/>
              </a:ext>
            </a:extLst>
          </p:cNvPr>
          <p:cNvSpPr/>
          <p:nvPr/>
        </p:nvSpPr>
        <p:spPr>
          <a:xfrm>
            <a:off x="4297753" y="5696382"/>
            <a:ext cx="1510785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fleet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0433EB6-A524-1FEA-9267-FA0EFD81CCD9}"/>
              </a:ext>
            </a:extLst>
          </p:cNvPr>
          <p:cNvCxnSpPr>
            <a:cxnSpLocks/>
          </p:cNvCxnSpPr>
          <p:nvPr/>
        </p:nvCxnSpPr>
        <p:spPr>
          <a:xfrm>
            <a:off x="9078494" y="1163983"/>
            <a:ext cx="927438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9A9B546-46E1-486C-92B0-FAD6E47F22FD}"/>
              </a:ext>
            </a:extLst>
          </p:cNvPr>
          <p:cNvSpPr txBox="1"/>
          <p:nvPr/>
        </p:nvSpPr>
        <p:spPr>
          <a:xfrm>
            <a:off x="10158114" y="852948"/>
            <a:ext cx="1271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E97132"/>
                </a:solidFill>
              </a:rPr>
              <a:t>Work request</a:t>
            </a:r>
            <a:endParaRPr kumimoji="1" lang="ja-JP" altLang="en-US" sz="1200" dirty="0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7E9A04C1-BEA6-6124-B64F-99755B298127}"/>
              </a:ext>
            </a:extLst>
          </p:cNvPr>
          <p:cNvCxnSpPr>
            <a:cxnSpLocks/>
          </p:cNvCxnSpPr>
          <p:nvPr/>
        </p:nvCxnSpPr>
        <p:spPr>
          <a:xfrm>
            <a:off x="10238251" y="1163983"/>
            <a:ext cx="1057234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677D859-A401-F969-6503-80EC6A5EB78D}"/>
              </a:ext>
            </a:extLst>
          </p:cNvPr>
          <p:cNvSpPr txBox="1"/>
          <p:nvPr/>
        </p:nvSpPr>
        <p:spPr>
          <a:xfrm>
            <a:off x="9040599" y="852948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0E2841"/>
                </a:solidFill>
              </a:rPr>
              <a:t>Work flow</a:t>
            </a:r>
            <a:endParaRPr kumimoji="1" lang="ja-JP" altLang="en-US" sz="120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63E85CD-3A9A-4269-C240-98D174AB9A08}"/>
              </a:ext>
            </a:extLst>
          </p:cNvPr>
          <p:cNvSpPr/>
          <p:nvPr/>
        </p:nvSpPr>
        <p:spPr>
          <a:xfrm>
            <a:off x="1509600" y="2038477"/>
            <a:ext cx="3238500" cy="38766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(Manufacturer)</a:t>
            </a:r>
          </a:p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Create Delivery Request</a:t>
            </a: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5A5CE64C-28AC-0C23-F970-C796D8D7FEFB}"/>
              </a:ext>
            </a:extLst>
          </p:cNvPr>
          <p:cNvCxnSpPr>
            <a:cxnSpLocks/>
            <a:stCxn id="28" idx="2"/>
            <a:endCxn id="2" idx="0"/>
          </p:cNvCxnSpPr>
          <p:nvPr/>
        </p:nvCxnSpPr>
        <p:spPr>
          <a:xfrm>
            <a:off x="3128850" y="2426145"/>
            <a:ext cx="0" cy="207778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 10"/>
          <p:cNvSpPr/>
          <p:nvPr/>
        </p:nvSpPr>
        <p:spPr>
          <a:xfrm>
            <a:off x="685800" y="452000"/>
            <a:ext cx="118000" cy="470000"/>
          </a:xfrm>
          <a:prstGeom prst="rect">
            <a:avLst/>
          </a:prstGeom>
          <a:solidFill>
            <a:srgbClr val="0F9ED5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itle 11"/>
          <p:cNvSpPr txBox="1"/>
          <p:nvPr/>
        </p:nvSpPr>
        <p:spPr>
          <a:xfrm>
            <a:off x="900000" y="430000"/>
            <a:ext cx="96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Wholesaler — Roles &amp; Workflow</a:t>
            </a:r>
          </a:p>
        </p:txBody>
      </p:sp>
      <p:sp>
        <p:nvSpPr>
          <p:cNvPr id="12" name="Sub 12"/>
          <p:cNvSpPr txBox="1"/>
          <p:nvPr/>
        </p:nvSpPr>
        <p:spPr>
          <a:xfrm>
            <a:off x="902000" y="1030000"/>
            <a:ext cx="96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altLang="ja-JP" sz="1600" b="1" dirty="0">
                <a:solidFill>
                  <a:srgbClr val="595959"/>
                </a:solidFill>
              </a:rPr>
              <a:t>Organizations:  Inventory, Shipping</a:t>
            </a:r>
          </a:p>
        </p:txBody>
      </p:sp>
      <p:sp>
        <p:nvSpPr>
          <p:cNvPr id="13" name="Divider 13"/>
          <p:cNvSpPr/>
          <p:nvPr/>
        </p:nvSpPr>
        <p:spPr>
          <a:xfrm>
            <a:off x="685800" y="1440000"/>
            <a:ext cx="10820400" cy="13000"/>
          </a:xfrm>
          <a:prstGeom prst="rect">
            <a:avLst/>
          </a:prstGeom>
          <a:solidFill>
            <a:srgbClr val="D9E1E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Card 30"/>
          <p:cNvSpPr/>
          <p:nvPr/>
        </p:nvSpPr>
        <p:spPr>
          <a:xfrm>
            <a:off x="685800" y="1580000"/>
            <a:ext cx="3429002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leHdr 31"/>
          <p:cNvSpPr/>
          <p:nvPr/>
        </p:nvSpPr>
        <p:spPr>
          <a:xfrm>
            <a:off x="685800" y="1580000"/>
            <a:ext cx="3429002" cy="364945"/>
          </a:xfrm>
          <a:prstGeom prst="roundRect">
            <a:avLst>
              <a:gd name="adj" fmla="val 4000"/>
            </a:avLst>
          </a:prstGeom>
          <a:solidFill>
            <a:srgbClr val="0F9ED5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Inventory Administrator</a:t>
            </a:r>
          </a:p>
        </p:txBody>
      </p:sp>
      <p:sp>
        <p:nvSpPr>
          <p:cNvPr id="33" name="Card 33"/>
          <p:cNvSpPr/>
          <p:nvPr/>
        </p:nvSpPr>
        <p:spPr>
          <a:xfrm>
            <a:off x="8067648" y="1580000"/>
            <a:ext cx="3429003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RoleHdr 34"/>
          <p:cNvSpPr/>
          <p:nvPr/>
        </p:nvSpPr>
        <p:spPr>
          <a:xfrm>
            <a:off x="8067648" y="1580000"/>
            <a:ext cx="3429003" cy="364945"/>
          </a:xfrm>
          <a:prstGeom prst="roundRect">
            <a:avLst>
              <a:gd name="adj" fmla="val 4000"/>
            </a:avLst>
          </a:prstGeom>
          <a:solidFill>
            <a:srgbClr val="0F9ED5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Shipping Operator</a:t>
            </a:r>
          </a:p>
        </p:txBody>
      </p:sp>
      <p:sp>
        <p:nvSpPr>
          <p:cNvPr id="990" name="PageNumber"/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2" name="Card 33">
            <a:extLst>
              <a:ext uri="{FF2B5EF4-FFF2-40B4-BE49-F238E27FC236}">
                <a16:creationId xmlns:a16="http://schemas.microsoft.com/office/drawing/2014/main" id="{68BE5FCE-EA9D-3B50-793D-5A6FAFD8F410}"/>
              </a:ext>
            </a:extLst>
          </p:cNvPr>
          <p:cNvSpPr/>
          <p:nvPr/>
        </p:nvSpPr>
        <p:spPr>
          <a:xfrm>
            <a:off x="4362422" y="1580000"/>
            <a:ext cx="3429003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RoleHdr 34">
            <a:extLst>
              <a:ext uri="{FF2B5EF4-FFF2-40B4-BE49-F238E27FC236}">
                <a16:creationId xmlns:a16="http://schemas.microsoft.com/office/drawing/2014/main" id="{388C8283-872F-E716-B8AA-FA3E98972131}"/>
              </a:ext>
            </a:extLst>
          </p:cNvPr>
          <p:cNvSpPr/>
          <p:nvPr/>
        </p:nvSpPr>
        <p:spPr>
          <a:xfrm>
            <a:off x="4362422" y="1580000"/>
            <a:ext cx="3429003" cy="364945"/>
          </a:xfrm>
          <a:prstGeom prst="roundRect">
            <a:avLst>
              <a:gd name="adj" fmla="val 4000"/>
            </a:avLst>
          </a:prstGeom>
          <a:solidFill>
            <a:srgbClr val="0F9ED5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Shipping Order Staff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DABD9A9-7154-46BE-FAF0-BA0A74A39C50}"/>
              </a:ext>
            </a:extLst>
          </p:cNvPr>
          <p:cNvSpPr/>
          <p:nvPr/>
        </p:nvSpPr>
        <p:spPr>
          <a:xfrm>
            <a:off x="4772752" y="3647401"/>
            <a:ext cx="2676446" cy="426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Receive Procurement Request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/ Inventory Transfer Order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DC2E19C-5188-FC9B-1CA0-8BC2A78A6DD9}"/>
              </a:ext>
            </a:extLst>
          </p:cNvPr>
          <p:cNvSpPr/>
          <p:nvPr/>
        </p:nvSpPr>
        <p:spPr>
          <a:xfrm>
            <a:off x="4772752" y="4327354"/>
            <a:ext cx="2676446" cy="3524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Issue Picking Order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66408FA-7A5B-ECBC-C7C3-B1F3A19FAFA3}"/>
              </a:ext>
            </a:extLst>
          </p:cNvPr>
          <p:cNvSpPr/>
          <p:nvPr/>
        </p:nvSpPr>
        <p:spPr>
          <a:xfrm>
            <a:off x="1057291" y="2546748"/>
            <a:ext cx="2676446" cy="4690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Transfer Request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To another wholesaler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E67A8CDD-3A6B-C468-9A98-5D7F22D174D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110975" y="4073836"/>
            <a:ext cx="0" cy="2535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5AD3A3A-7369-CA33-BF66-4366F36E99D6}"/>
              </a:ext>
            </a:extLst>
          </p:cNvPr>
          <p:cNvSpPr/>
          <p:nvPr/>
        </p:nvSpPr>
        <p:spPr>
          <a:xfrm>
            <a:off x="8502686" y="3645518"/>
            <a:ext cx="2676446" cy="3524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Picking</a:t>
            </a:r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FCECCBFA-6237-0E4D-E9E2-4F2FA605EF84}"/>
              </a:ext>
            </a:extLst>
          </p:cNvPr>
          <p:cNvCxnSpPr>
            <a:cxnSpLocks/>
            <a:stCxn id="6" idx="3"/>
            <a:endCxn id="22" idx="1"/>
          </p:cNvCxnSpPr>
          <p:nvPr/>
        </p:nvCxnSpPr>
        <p:spPr>
          <a:xfrm flipV="1">
            <a:off x="7449198" y="3821731"/>
            <a:ext cx="1053488" cy="681836"/>
          </a:xfrm>
          <a:prstGeom prst="bentConnector3">
            <a:avLst>
              <a:gd name="adj1" fmla="val 50000"/>
            </a:avLst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8C090E4-D8A6-B6C7-2833-291DC1782E0C}"/>
              </a:ext>
            </a:extLst>
          </p:cNvPr>
          <p:cNvSpPr/>
          <p:nvPr/>
        </p:nvSpPr>
        <p:spPr>
          <a:xfrm>
            <a:off x="1057291" y="3561263"/>
            <a:ext cx="2676446" cy="426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Create replenishment 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Request to manufacturer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7457E58-0417-08FA-F0DA-686629EB7838}"/>
              </a:ext>
            </a:extLst>
          </p:cNvPr>
          <p:cNvSpPr/>
          <p:nvPr/>
        </p:nvSpPr>
        <p:spPr>
          <a:xfrm>
            <a:off x="8502686" y="4327355"/>
            <a:ext cx="2676446" cy="3524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Packing</a:t>
            </a:r>
          </a:p>
        </p:txBody>
      </p:sp>
      <p:sp>
        <p:nvSpPr>
          <p:cNvPr id="968" name="正方形/長方形 967">
            <a:extLst>
              <a:ext uri="{FF2B5EF4-FFF2-40B4-BE49-F238E27FC236}">
                <a16:creationId xmlns:a16="http://schemas.microsoft.com/office/drawing/2014/main" id="{49FED66A-7C66-4F45-8751-BEE335038DDC}"/>
              </a:ext>
            </a:extLst>
          </p:cNvPr>
          <p:cNvSpPr/>
          <p:nvPr/>
        </p:nvSpPr>
        <p:spPr>
          <a:xfrm>
            <a:off x="8502686" y="5051837"/>
            <a:ext cx="2676446" cy="3524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Shipping</a:t>
            </a:r>
          </a:p>
        </p:txBody>
      </p:sp>
      <p:cxnSp>
        <p:nvCxnSpPr>
          <p:cNvPr id="972" name="直線矢印コネクタ 971">
            <a:extLst>
              <a:ext uri="{FF2B5EF4-FFF2-40B4-BE49-F238E27FC236}">
                <a16:creationId xmlns:a16="http://schemas.microsoft.com/office/drawing/2014/main" id="{7CEC6515-FE3D-EFEF-62BC-8DAF05D136A9}"/>
              </a:ext>
            </a:extLst>
          </p:cNvPr>
          <p:cNvCxnSpPr>
            <a:cxnSpLocks/>
            <a:stCxn id="22" idx="2"/>
            <a:endCxn id="52" idx="0"/>
          </p:cNvCxnSpPr>
          <p:nvPr/>
        </p:nvCxnSpPr>
        <p:spPr>
          <a:xfrm>
            <a:off x="9840909" y="3997943"/>
            <a:ext cx="0" cy="3294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8" name="正方形/長方形 977">
            <a:extLst>
              <a:ext uri="{FF2B5EF4-FFF2-40B4-BE49-F238E27FC236}">
                <a16:creationId xmlns:a16="http://schemas.microsoft.com/office/drawing/2014/main" id="{E4A96E2E-404E-D818-FC72-CABD6D4E593B}"/>
              </a:ext>
            </a:extLst>
          </p:cNvPr>
          <p:cNvSpPr/>
          <p:nvPr/>
        </p:nvSpPr>
        <p:spPr>
          <a:xfrm>
            <a:off x="1057291" y="2026668"/>
            <a:ext cx="2676446" cy="3876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Check another wholesaler inventory </a:t>
            </a:r>
          </a:p>
        </p:txBody>
      </p:sp>
      <p:sp>
        <p:nvSpPr>
          <p:cNvPr id="994" name="正方形/長方形 993">
            <a:extLst>
              <a:ext uri="{FF2B5EF4-FFF2-40B4-BE49-F238E27FC236}">
                <a16:creationId xmlns:a16="http://schemas.microsoft.com/office/drawing/2014/main" id="{EDD50A8D-E839-9202-9C0B-E051D6A3E51C}"/>
              </a:ext>
            </a:extLst>
          </p:cNvPr>
          <p:cNvSpPr/>
          <p:nvPr/>
        </p:nvSpPr>
        <p:spPr>
          <a:xfrm>
            <a:off x="1057291" y="3160160"/>
            <a:ext cx="2676446" cy="2912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Check inventory</a:t>
            </a:r>
          </a:p>
        </p:txBody>
      </p:sp>
      <p:sp>
        <p:nvSpPr>
          <p:cNvPr id="1008" name="正方形/長方形 1007">
            <a:extLst>
              <a:ext uri="{FF2B5EF4-FFF2-40B4-BE49-F238E27FC236}">
                <a16:creationId xmlns:a16="http://schemas.microsoft.com/office/drawing/2014/main" id="{93E456AD-6372-F461-F865-BC2F41559D86}"/>
              </a:ext>
            </a:extLst>
          </p:cNvPr>
          <p:cNvSpPr/>
          <p:nvPr/>
        </p:nvSpPr>
        <p:spPr>
          <a:xfrm>
            <a:off x="8502686" y="2605074"/>
            <a:ext cx="2676446" cy="3524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Receive medicines</a:t>
            </a:r>
          </a:p>
        </p:txBody>
      </p:sp>
      <p:cxnSp>
        <p:nvCxnSpPr>
          <p:cNvPr id="1018" name="直線矢印コネクタ 1017">
            <a:extLst>
              <a:ext uri="{FF2B5EF4-FFF2-40B4-BE49-F238E27FC236}">
                <a16:creationId xmlns:a16="http://schemas.microsoft.com/office/drawing/2014/main" id="{9F78FF38-DD0E-1FAA-65E1-10EE4C9BC1CE}"/>
              </a:ext>
            </a:extLst>
          </p:cNvPr>
          <p:cNvCxnSpPr>
            <a:cxnSpLocks/>
            <a:stCxn id="994" idx="2"/>
            <a:endCxn id="45" idx="0"/>
          </p:cNvCxnSpPr>
          <p:nvPr/>
        </p:nvCxnSpPr>
        <p:spPr>
          <a:xfrm>
            <a:off x="2395514" y="3451420"/>
            <a:ext cx="0" cy="1098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直線矢印コネクタ 1027">
            <a:extLst>
              <a:ext uri="{FF2B5EF4-FFF2-40B4-BE49-F238E27FC236}">
                <a16:creationId xmlns:a16="http://schemas.microsoft.com/office/drawing/2014/main" id="{02915B58-7B4B-2677-B516-341BE65FFFDA}"/>
              </a:ext>
            </a:extLst>
          </p:cNvPr>
          <p:cNvCxnSpPr>
            <a:cxnSpLocks/>
            <a:stCxn id="978" idx="2"/>
            <a:endCxn id="9" idx="0"/>
          </p:cNvCxnSpPr>
          <p:nvPr/>
        </p:nvCxnSpPr>
        <p:spPr>
          <a:xfrm>
            <a:off x="2395514" y="2414336"/>
            <a:ext cx="0" cy="1324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正方形/長方形 1037">
            <a:extLst>
              <a:ext uri="{FF2B5EF4-FFF2-40B4-BE49-F238E27FC236}">
                <a16:creationId xmlns:a16="http://schemas.microsoft.com/office/drawing/2014/main" id="{CB2C7AC7-00D9-E131-C2D6-0C62F147716D}"/>
              </a:ext>
            </a:extLst>
          </p:cNvPr>
          <p:cNvSpPr/>
          <p:nvPr/>
        </p:nvSpPr>
        <p:spPr>
          <a:xfrm>
            <a:off x="766266" y="5808270"/>
            <a:ext cx="1510785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admin account</a:t>
            </a:r>
          </a:p>
        </p:txBody>
      </p:sp>
      <p:cxnSp>
        <p:nvCxnSpPr>
          <p:cNvPr id="1039" name="直線コネクタ 1038">
            <a:extLst>
              <a:ext uri="{FF2B5EF4-FFF2-40B4-BE49-F238E27FC236}">
                <a16:creationId xmlns:a16="http://schemas.microsoft.com/office/drawing/2014/main" id="{D51E747A-7C44-6289-7FF4-03F563C727D9}"/>
              </a:ext>
            </a:extLst>
          </p:cNvPr>
          <p:cNvCxnSpPr>
            <a:cxnSpLocks/>
          </p:cNvCxnSpPr>
          <p:nvPr/>
        </p:nvCxnSpPr>
        <p:spPr>
          <a:xfrm>
            <a:off x="685800" y="5746473"/>
            <a:ext cx="34334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正方形/長方形 1039">
            <a:extLst>
              <a:ext uri="{FF2B5EF4-FFF2-40B4-BE49-F238E27FC236}">
                <a16:creationId xmlns:a16="http://schemas.microsoft.com/office/drawing/2014/main" id="{ADC62791-7B35-B3F3-1FF5-8591DE7B7299}"/>
              </a:ext>
            </a:extLst>
          </p:cNvPr>
          <p:cNvSpPr/>
          <p:nvPr/>
        </p:nvSpPr>
        <p:spPr>
          <a:xfrm>
            <a:off x="2390727" y="5808270"/>
            <a:ext cx="1661864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staff &amp; operator account</a:t>
            </a:r>
          </a:p>
        </p:txBody>
      </p:sp>
      <p:sp>
        <p:nvSpPr>
          <p:cNvPr id="1051" name="テキスト ボックス 1050">
            <a:extLst>
              <a:ext uri="{FF2B5EF4-FFF2-40B4-BE49-F238E27FC236}">
                <a16:creationId xmlns:a16="http://schemas.microsoft.com/office/drawing/2014/main" id="{33BB635F-4F45-E4EC-8022-C37DF4B186A0}"/>
              </a:ext>
            </a:extLst>
          </p:cNvPr>
          <p:cNvSpPr txBox="1"/>
          <p:nvPr/>
        </p:nvSpPr>
        <p:spPr>
          <a:xfrm>
            <a:off x="3740930" y="1966727"/>
            <a:ext cx="1490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0070C0"/>
                </a:solidFill>
              </a:rPr>
              <a:t>In case stock shortage occurs</a:t>
            </a:r>
            <a:endParaRPr kumimoji="1" lang="ja-JP" altLang="en-US" sz="1200" dirty="0">
              <a:solidFill>
                <a:srgbClr val="0070C0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05CEC2E5-B647-D3C5-CB78-F14D75CC7A8E}"/>
              </a:ext>
            </a:extLst>
          </p:cNvPr>
          <p:cNvCxnSpPr>
            <a:cxnSpLocks/>
          </p:cNvCxnSpPr>
          <p:nvPr/>
        </p:nvCxnSpPr>
        <p:spPr>
          <a:xfrm>
            <a:off x="9078494" y="1163983"/>
            <a:ext cx="927438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E3F0999-0DC6-18DC-463E-2E058733BB7E}"/>
              </a:ext>
            </a:extLst>
          </p:cNvPr>
          <p:cNvSpPr txBox="1"/>
          <p:nvPr/>
        </p:nvSpPr>
        <p:spPr>
          <a:xfrm>
            <a:off x="10158114" y="852948"/>
            <a:ext cx="1271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E97132"/>
                </a:solidFill>
              </a:rPr>
              <a:t>Work request</a:t>
            </a:r>
            <a:endParaRPr kumimoji="1" lang="ja-JP" altLang="en-US" sz="12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23271F9-6A13-83FD-FEC1-DEF388F589EF}"/>
              </a:ext>
            </a:extLst>
          </p:cNvPr>
          <p:cNvCxnSpPr>
            <a:cxnSpLocks/>
          </p:cNvCxnSpPr>
          <p:nvPr/>
        </p:nvCxnSpPr>
        <p:spPr>
          <a:xfrm>
            <a:off x="10238251" y="1163983"/>
            <a:ext cx="1057234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59BC7F1-CCE8-89C0-5D4B-3C0CE77A2DE5}"/>
              </a:ext>
            </a:extLst>
          </p:cNvPr>
          <p:cNvSpPr txBox="1"/>
          <p:nvPr/>
        </p:nvSpPr>
        <p:spPr>
          <a:xfrm>
            <a:off x="9040599" y="852948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0E2841"/>
                </a:solidFill>
              </a:rPr>
              <a:t>Work flow</a:t>
            </a:r>
            <a:endParaRPr kumimoji="1" lang="ja-JP" altLang="en-US" sz="12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DD9C763-18D2-934A-7984-B2612BFD28CC}"/>
              </a:ext>
            </a:extLst>
          </p:cNvPr>
          <p:cNvSpPr/>
          <p:nvPr/>
        </p:nvSpPr>
        <p:spPr>
          <a:xfrm>
            <a:off x="8502686" y="2058783"/>
            <a:ext cx="2676446" cy="38766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(Transporter)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Delivery product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C4E02F9-7B06-3F23-7C9A-5ABEB6366A51}"/>
              </a:ext>
            </a:extLst>
          </p:cNvPr>
          <p:cNvSpPr/>
          <p:nvPr/>
        </p:nvSpPr>
        <p:spPr>
          <a:xfrm>
            <a:off x="1057291" y="4138569"/>
            <a:ext cx="2676446" cy="426435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(Manufacturer)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Receive replenishment request</a:t>
            </a:r>
          </a:p>
        </p:txBody>
      </p:sp>
      <p:cxnSp>
        <p:nvCxnSpPr>
          <p:cNvPr id="28" name="コネクタ: カギ線 17">
            <a:extLst>
              <a:ext uri="{FF2B5EF4-FFF2-40B4-BE49-F238E27FC236}">
                <a16:creationId xmlns:a16="http://schemas.microsoft.com/office/drawing/2014/main" id="{3A74A631-84F9-879A-F558-323CD9C5C260}"/>
              </a:ext>
            </a:extLst>
          </p:cNvPr>
          <p:cNvCxnSpPr>
            <a:cxnSpLocks/>
            <a:stCxn id="45" idx="2"/>
            <a:endCxn id="27" idx="0"/>
          </p:cNvCxnSpPr>
          <p:nvPr/>
        </p:nvCxnSpPr>
        <p:spPr>
          <a:xfrm>
            <a:off x="2395514" y="3987698"/>
            <a:ext cx="0" cy="150871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F46D42B7-2D51-0A6E-018D-D84B8E76731A}"/>
              </a:ext>
            </a:extLst>
          </p:cNvPr>
          <p:cNvCxnSpPr>
            <a:cxnSpLocks/>
            <a:stCxn id="24" idx="2"/>
            <a:endCxn id="1008" idx="0"/>
          </p:cNvCxnSpPr>
          <p:nvPr/>
        </p:nvCxnSpPr>
        <p:spPr>
          <a:xfrm>
            <a:off x="9840909" y="2446451"/>
            <a:ext cx="0" cy="1586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A561D17-BD2A-4B3C-A71E-7EBDE7B0D104}"/>
              </a:ext>
            </a:extLst>
          </p:cNvPr>
          <p:cNvSpPr/>
          <p:nvPr/>
        </p:nvSpPr>
        <p:spPr>
          <a:xfrm>
            <a:off x="1057291" y="4749487"/>
            <a:ext cx="2676446" cy="426435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(Hospital)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Receive procurement request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B98ADC1-2464-6E55-83AD-D0ED5FED8059}"/>
              </a:ext>
            </a:extLst>
          </p:cNvPr>
          <p:cNvSpPr/>
          <p:nvPr/>
        </p:nvSpPr>
        <p:spPr>
          <a:xfrm>
            <a:off x="1057291" y="5319018"/>
            <a:ext cx="2676446" cy="320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Send to Shipping</a:t>
            </a:r>
          </a:p>
        </p:txBody>
      </p: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7A3B480D-4B20-C76A-FE05-BC11777ECA7E}"/>
              </a:ext>
            </a:extLst>
          </p:cNvPr>
          <p:cNvCxnSpPr>
            <a:cxnSpLocks/>
            <a:stCxn id="43" idx="3"/>
            <a:endCxn id="4" idx="1"/>
          </p:cNvCxnSpPr>
          <p:nvPr/>
        </p:nvCxnSpPr>
        <p:spPr>
          <a:xfrm flipV="1">
            <a:off x="3733737" y="3860619"/>
            <a:ext cx="1039015" cy="1618592"/>
          </a:xfrm>
          <a:prstGeom prst="bentConnector3">
            <a:avLst>
              <a:gd name="adj1" fmla="val 50000"/>
            </a:avLst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57FDDAA-5BAF-9C8E-1A8B-E4205CCC204F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2395514" y="5175922"/>
            <a:ext cx="0" cy="143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2983276-B71B-285E-BF87-3FE3BB398178}"/>
              </a:ext>
            </a:extLst>
          </p:cNvPr>
          <p:cNvSpPr/>
          <p:nvPr/>
        </p:nvSpPr>
        <p:spPr>
          <a:xfrm>
            <a:off x="8504067" y="5584765"/>
            <a:ext cx="2676446" cy="426435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(Hospital)</a:t>
            </a:r>
          </a:p>
          <a:p>
            <a:pPr algn="ctr">
              <a:buClr>
                <a:srgbClr val="E9713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Receive Procurement Order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13898CF-F909-0001-9F1B-ED0479972D8D}"/>
              </a:ext>
            </a:extLst>
          </p:cNvPr>
          <p:cNvCxnSpPr>
            <a:cxnSpLocks/>
            <a:stCxn id="968" idx="2"/>
            <a:endCxn id="56" idx="0"/>
          </p:cNvCxnSpPr>
          <p:nvPr/>
        </p:nvCxnSpPr>
        <p:spPr>
          <a:xfrm>
            <a:off x="9840909" y="5404262"/>
            <a:ext cx="1381" cy="1805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直線コネクタ 963">
            <a:extLst>
              <a:ext uri="{FF2B5EF4-FFF2-40B4-BE49-F238E27FC236}">
                <a16:creationId xmlns:a16="http://schemas.microsoft.com/office/drawing/2014/main" id="{7705AA72-1B9C-576D-B7FD-F75C783E8393}"/>
              </a:ext>
            </a:extLst>
          </p:cNvPr>
          <p:cNvCxnSpPr>
            <a:cxnSpLocks/>
          </p:cNvCxnSpPr>
          <p:nvPr/>
        </p:nvCxnSpPr>
        <p:spPr>
          <a:xfrm>
            <a:off x="685800" y="4647277"/>
            <a:ext cx="34334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直線コネクタ 964">
            <a:extLst>
              <a:ext uri="{FF2B5EF4-FFF2-40B4-BE49-F238E27FC236}">
                <a16:creationId xmlns:a16="http://schemas.microsoft.com/office/drawing/2014/main" id="{53AC4D07-023C-7D23-6630-EF66385E30E6}"/>
              </a:ext>
            </a:extLst>
          </p:cNvPr>
          <p:cNvCxnSpPr>
            <a:cxnSpLocks/>
          </p:cNvCxnSpPr>
          <p:nvPr/>
        </p:nvCxnSpPr>
        <p:spPr>
          <a:xfrm>
            <a:off x="685800" y="3116504"/>
            <a:ext cx="34334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直線コネクタ 966">
            <a:extLst>
              <a:ext uri="{FF2B5EF4-FFF2-40B4-BE49-F238E27FC236}">
                <a16:creationId xmlns:a16="http://schemas.microsoft.com/office/drawing/2014/main" id="{778072F7-D285-BE52-FC7F-B740A9B534C3}"/>
              </a:ext>
            </a:extLst>
          </p:cNvPr>
          <p:cNvCxnSpPr>
            <a:cxnSpLocks/>
          </p:cNvCxnSpPr>
          <p:nvPr/>
        </p:nvCxnSpPr>
        <p:spPr>
          <a:xfrm>
            <a:off x="8063185" y="3116504"/>
            <a:ext cx="34334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167DA91A-E5CB-D7B0-A217-3F5B9F41E6DE}"/>
              </a:ext>
            </a:extLst>
          </p:cNvPr>
          <p:cNvCxnSpPr>
            <a:cxnSpLocks/>
            <a:stCxn id="52" idx="2"/>
            <a:endCxn id="968" idx="0"/>
          </p:cNvCxnSpPr>
          <p:nvPr/>
        </p:nvCxnSpPr>
        <p:spPr>
          <a:xfrm>
            <a:off x="9840909" y="4679780"/>
            <a:ext cx="0" cy="3720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 10"/>
          <p:cNvSpPr/>
          <p:nvPr/>
        </p:nvSpPr>
        <p:spPr>
          <a:xfrm>
            <a:off x="685800" y="452000"/>
            <a:ext cx="118000" cy="470000"/>
          </a:xfrm>
          <a:prstGeom prst="rect">
            <a:avLst/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itle 11"/>
          <p:cNvSpPr txBox="1"/>
          <p:nvPr/>
        </p:nvSpPr>
        <p:spPr>
          <a:xfrm>
            <a:off x="900000" y="430000"/>
            <a:ext cx="96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Hospital — Roles &amp; Workflow</a:t>
            </a:r>
          </a:p>
        </p:txBody>
      </p:sp>
      <p:sp>
        <p:nvSpPr>
          <p:cNvPr id="12" name="Sub 12"/>
          <p:cNvSpPr txBox="1"/>
          <p:nvPr/>
        </p:nvSpPr>
        <p:spPr>
          <a:xfrm>
            <a:off x="902000" y="1030000"/>
            <a:ext cx="96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altLang="ja-JP" sz="1600" b="1" dirty="0">
                <a:solidFill>
                  <a:srgbClr val="595959"/>
                </a:solidFill>
              </a:rPr>
              <a:t>Organizations:  Procurement, Pharmacy</a:t>
            </a:r>
          </a:p>
        </p:txBody>
      </p:sp>
      <p:sp>
        <p:nvSpPr>
          <p:cNvPr id="13" name="Divider 13"/>
          <p:cNvSpPr/>
          <p:nvPr/>
        </p:nvSpPr>
        <p:spPr>
          <a:xfrm>
            <a:off x="685800" y="1440000"/>
            <a:ext cx="10820400" cy="13000"/>
          </a:xfrm>
          <a:prstGeom prst="rect">
            <a:avLst/>
          </a:prstGeom>
          <a:solidFill>
            <a:srgbClr val="D9E1E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Card 30"/>
          <p:cNvSpPr/>
          <p:nvPr/>
        </p:nvSpPr>
        <p:spPr>
          <a:xfrm>
            <a:off x="685800" y="1580000"/>
            <a:ext cx="5280200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leHdr 31"/>
          <p:cNvSpPr/>
          <p:nvPr/>
        </p:nvSpPr>
        <p:spPr>
          <a:xfrm>
            <a:off x="685800" y="1580000"/>
            <a:ext cx="5280200" cy="365000"/>
          </a:xfrm>
          <a:prstGeom prst="roundRect">
            <a:avLst>
              <a:gd name="adj" fmla="val 4000"/>
            </a:avLst>
          </a:prstGeom>
          <a:solidFill>
            <a:srgbClr val="A02B93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Procurement Administrator</a:t>
            </a:r>
          </a:p>
        </p:txBody>
      </p:sp>
      <p:sp>
        <p:nvSpPr>
          <p:cNvPr id="33" name="Card 33"/>
          <p:cNvSpPr/>
          <p:nvPr/>
        </p:nvSpPr>
        <p:spPr>
          <a:xfrm>
            <a:off x="6226000" y="1580000"/>
            <a:ext cx="5280200" cy="48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oleHdr 34"/>
          <p:cNvSpPr/>
          <p:nvPr/>
        </p:nvSpPr>
        <p:spPr>
          <a:xfrm>
            <a:off x="6226000" y="1580000"/>
            <a:ext cx="5280200" cy="365000"/>
          </a:xfrm>
          <a:prstGeom prst="roundRect">
            <a:avLst>
              <a:gd name="adj" fmla="val 4000"/>
            </a:avLst>
          </a:prstGeom>
          <a:solidFill>
            <a:srgbClr val="A02B93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en-US" altLang="ja-JP" sz="1600" b="1" dirty="0">
                <a:solidFill>
                  <a:srgbClr val="FFFFFF"/>
                </a:solidFill>
              </a:rPr>
              <a:t>Pharmacy Operator</a:t>
            </a:r>
          </a:p>
        </p:txBody>
      </p:sp>
      <p:sp>
        <p:nvSpPr>
          <p:cNvPr id="990" name="PageNumber"/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9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E3D2E2-4789-A1DD-BE71-5703E50C661D}"/>
              </a:ext>
            </a:extLst>
          </p:cNvPr>
          <p:cNvSpPr/>
          <p:nvPr/>
        </p:nvSpPr>
        <p:spPr>
          <a:xfrm>
            <a:off x="1509600" y="2309157"/>
            <a:ext cx="3238500" cy="4690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A02B93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Create Procurement Request</a:t>
            </a:r>
          </a:p>
          <a:p>
            <a:pPr algn="ctr">
              <a:buClr>
                <a:srgbClr val="A02B93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To Wholesaler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B04E0AA-C0B2-61C8-4698-6E5CA2C47859}"/>
              </a:ext>
            </a:extLst>
          </p:cNvPr>
          <p:cNvSpPr/>
          <p:nvPr/>
        </p:nvSpPr>
        <p:spPr>
          <a:xfrm>
            <a:off x="803800" y="5780375"/>
            <a:ext cx="1510785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admin account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707581F-8D07-956D-7B69-381EF3B91970}"/>
              </a:ext>
            </a:extLst>
          </p:cNvPr>
          <p:cNvSpPr/>
          <p:nvPr/>
        </p:nvSpPr>
        <p:spPr>
          <a:xfrm>
            <a:off x="7329375" y="2618462"/>
            <a:ext cx="3238500" cy="352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rgbClr val="262626"/>
                </a:solidFill>
              </a:rPr>
              <a:t>Check inventory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8D8A999-06C1-5BE8-8B8F-D94396303D0F}"/>
              </a:ext>
            </a:extLst>
          </p:cNvPr>
          <p:cNvSpPr/>
          <p:nvPr/>
        </p:nvSpPr>
        <p:spPr>
          <a:xfrm>
            <a:off x="7329375" y="3225658"/>
            <a:ext cx="3238500" cy="352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Check expiry date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0EFB60D-5A8A-D773-751E-076C222FA709}"/>
              </a:ext>
            </a:extLst>
          </p:cNvPr>
          <p:cNvSpPr/>
          <p:nvPr/>
        </p:nvSpPr>
        <p:spPr>
          <a:xfrm>
            <a:off x="7329375" y="3807895"/>
            <a:ext cx="3238500" cy="352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Replenish request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CE68259-5632-BDFB-52E2-D34CEFDAE76B}"/>
              </a:ext>
            </a:extLst>
          </p:cNvPr>
          <p:cNvSpPr/>
          <p:nvPr/>
        </p:nvSpPr>
        <p:spPr>
          <a:xfrm>
            <a:off x="1509600" y="5175809"/>
            <a:ext cx="3238500" cy="352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Receive medicine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845D324-95E0-C5AD-98FC-D68A86C31E5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948625" y="2970887"/>
            <a:ext cx="0" cy="2547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FC6B7A0-AB12-C47E-AEC8-67CB6D62C196}"/>
              </a:ext>
            </a:extLst>
          </p:cNvPr>
          <p:cNvCxnSpPr/>
          <p:nvPr/>
        </p:nvCxnSpPr>
        <p:spPr>
          <a:xfrm>
            <a:off x="685800" y="5649005"/>
            <a:ext cx="5280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1B4E464-0D71-3E4A-1793-1AB1D01140C0}"/>
              </a:ext>
            </a:extLst>
          </p:cNvPr>
          <p:cNvSpPr/>
          <p:nvPr/>
        </p:nvSpPr>
        <p:spPr>
          <a:xfrm>
            <a:off x="2515867" y="5780375"/>
            <a:ext cx="1661864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operator account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80DFD83-08D1-F5AA-3C70-71A2439D1A5A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8948625" y="3578083"/>
            <a:ext cx="0" cy="2298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761673A-FD51-FA9E-E7AB-E633D9CC411F}"/>
              </a:ext>
            </a:extLst>
          </p:cNvPr>
          <p:cNvSpPr/>
          <p:nvPr/>
        </p:nvSpPr>
        <p:spPr>
          <a:xfrm>
            <a:off x="4297753" y="5780375"/>
            <a:ext cx="1510785" cy="469079"/>
          </a:xfrm>
          <a:prstGeom prst="rect">
            <a:avLst/>
          </a:prstGeom>
          <a:solidFill>
            <a:schemeClr val="bg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Manage PO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1B3AA28-DCDC-7EC8-269B-C540B6346F5F}"/>
              </a:ext>
            </a:extLst>
          </p:cNvPr>
          <p:cNvSpPr/>
          <p:nvPr/>
        </p:nvSpPr>
        <p:spPr>
          <a:xfrm>
            <a:off x="7329375" y="2054537"/>
            <a:ext cx="3238500" cy="352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Dispensing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A8C0953-57C0-779E-4CAE-10E26D4E1CA0}"/>
              </a:ext>
            </a:extLst>
          </p:cNvPr>
          <p:cNvCxnSpPr>
            <a:cxnSpLocks/>
            <a:stCxn id="39" idx="2"/>
            <a:endCxn id="8" idx="0"/>
          </p:cNvCxnSpPr>
          <p:nvPr/>
        </p:nvCxnSpPr>
        <p:spPr>
          <a:xfrm>
            <a:off x="8948625" y="2406962"/>
            <a:ext cx="0" cy="211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C9DE18BA-A1A6-88FC-B66D-E890E472EA47}"/>
              </a:ext>
            </a:extLst>
          </p:cNvPr>
          <p:cNvCxnSpPr>
            <a:cxnSpLocks/>
          </p:cNvCxnSpPr>
          <p:nvPr/>
        </p:nvCxnSpPr>
        <p:spPr>
          <a:xfrm>
            <a:off x="9078494" y="1163983"/>
            <a:ext cx="927438" cy="0"/>
          </a:xfrm>
          <a:prstGeom prst="straightConnector1">
            <a:avLst/>
          </a:prstGeom>
          <a:ln w="15875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0E284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CC7A15-AA62-507D-E862-86DA554E87B5}"/>
              </a:ext>
            </a:extLst>
          </p:cNvPr>
          <p:cNvSpPr txBox="1"/>
          <p:nvPr/>
        </p:nvSpPr>
        <p:spPr>
          <a:xfrm>
            <a:off x="10158114" y="852948"/>
            <a:ext cx="1271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E97132"/>
                </a:solidFill>
              </a:rPr>
              <a:t>Work request</a:t>
            </a:r>
            <a:endParaRPr kumimoji="1" lang="ja-JP" altLang="en-US" sz="1200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960C3CB-D5BE-D7E8-DF29-7DF97B903B39}"/>
              </a:ext>
            </a:extLst>
          </p:cNvPr>
          <p:cNvCxnSpPr>
            <a:cxnSpLocks/>
          </p:cNvCxnSpPr>
          <p:nvPr/>
        </p:nvCxnSpPr>
        <p:spPr>
          <a:xfrm>
            <a:off x="10238251" y="1163983"/>
            <a:ext cx="1057234" cy="0"/>
          </a:xfrm>
          <a:prstGeom prst="straightConnector1">
            <a:avLst/>
          </a:prstGeom>
          <a:ln w="19050">
            <a:solidFill>
              <a:srgbClr val="E9713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rgbClr val="E97132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1F707BD-22E8-669A-38E7-5705C24CAFB2}"/>
              </a:ext>
            </a:extLst>
          </p:cNvPr>
          <p:cNvSpPr txBox="1"/>
          <p:nvPr/>
        </p:nvSpPr>
        <p:spPr>
          <a:xfrm>
            <a:off x="9040599" y="852948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0E2841"/>
                </a:solidFill>
              </a:rPr>
              <a:t>Work flow</a:t>
            </a:r>
            <a:endParaRPr kumimoji="1" lang="ja-JP" altLang="en-US" sz="1200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D5DBBE4-F472-3462-A6A5-15F8326B52CB}"/>
              </a:ext>
            </a:extLst>
          </p:cNvPr>
          <p:cNvSpPr/>
          <p:nvPr/>
        </p:nvSpPr>
        <p:spPr>
          <a:xfrm>
            <a:off x="1509600" y="3087840"/>
            <a:ext cx="3238500" cy="469079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A02B93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(Wholesaler)</a:t>
            </a:r>
          </a:p>
          <a:p>
            <a:pPr algn="ctr">
              <a:buClr>
                <a:srgbClr val="A02B93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Receive Procurement Request</a:t>
            </a:r>
          </a:p>
        </p:txBody>
      </p:sp>
      <p:cxnSp>
        <p:nvCxnSpPr>
          <p:cNvPr id="18" name="コネクタ: カギ線 18">
            <a:extLst>
              <a:ext uri="{FF2B5EF4-FFF2-40B4-BE49-F238E27FC236}">
                <a16:creationId xmlns:a16="http://schemas.microsoft.com/office/drawing/2014/main" id="{5B4A34A3-3D1A-CD0D-9669-B22CDD29B4D1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28850" y="2778236"/>
            <a:ext cx="0" cy="309604"/>
          </a:xfrm>
          <a:prstGeom prst="straightConnector1">
            <a:avLst/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F0133D0-490B-9BC0-CAB2-A2760E2F5FBE}"/>
              </a:ext>
            </a:extLst>
          </p:cNvPr>
          <p:cNvSpPr/>
          <p:nvPr/>
        </p:nvSpPr>
        <p:spPr>
          <a:xfrm>
            <a:off x="1509600" y="4441002"/>
            <a:ext cx="3238500" cy="469079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A02B93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(Wholesaler)</a:t>
            </a:r>
          </a:p>
          <a:p>
            <a:pPr algn="ctr">
              <a:buClr>
                <a:srgbClr val="A02B93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Shipping medicine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181BF05-AA16-E24F-8025-23003FEA7C7D}"/>
              </a:ext>
            </a:extLst>
          </p:cNvPr>
          <p:cNvCxnSpPr>
            <a:cxnSpLocks/>
            <a:stCxn id="26" idx="2"/>
            <a:endCxn id="15" idx="0"/>
          </p:cNvCxnSpPr>
          <p:nvPr/>
        </p:nvCxnSpPr>
        <p:spPr>
          <a:xfrm>
            <a:off x="3128850" y="4910081"/>
            <a:ext cx="0" cy="2657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4F5F3C46-3903-81AA-C7DD-D5046EB1821F}"/>
              </a:ext>
            </a:extLst>
          </p:cNvPr>
          <p:cNvCxnSpPr>
            <a:cxnSpLocks/>
            <a:stCxn id="14" idx="1"/>
            <a:endCxn id="2" idx="3"/>
          </p:cNvCxnSpPr>
          <p:nvPr/>
        </p:nvCxnSpPr>
        <p:spPr>
          <a:xfrm rot="10800000">
            <a:off x="4748101" y="2543698"/>
            <a:ext cx="2581275" cy="1440411"/>
          </a:xfrm>
          <a:prstGeom prst="bentConnector3">
            <a:avLst>
              <a:gd name="adj1" fmla="val 50000"/>
            </a:avLst>
          </a:prstGeom>
          <a:ln w="28575">
            <a:solidFill>
              <a:srgbClr val="E97132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AD338EB-811B-E8C5-6083-3B5BD199815F}"/>
              </a:ext>
            </a:extLst>
          </p:cNvPr>
          <p:cNvSpPr/>
          <p:nvPr/>
        </p:nvSpPr>
        <p:spPr>
          <a:xfrm>
            <a:off x="7329375" y="5173259"/>
            <a:ext cx="3238500" cy="352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56082"/>
              </a:buClr>
            </a:pPr>
            <a:r>
              <a:rPr lang="en-US" altLang="ja-JP" sz="1400" dirty="0">
                <a:solidFill>
                  <a:srgbClr val="262626"/>
                </a:solidFill>
              </a:rPr>
              <a:t>Store medicine</a:t>
            </a: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DD1991AE-8A7C-7BF6-949E-94D15E62182F}"/>
              </a:ext>
            </a:extLst>
          </p:cNvPr>
          <p:cNvCxnSpPr>
            <a:cxnSpLocks/>
            <a:stCxn id="15" idx="3"/>
            <a:endCxn id="47" idx="1"/>
          </p:cNvCxnSpPr>
          <p:nvPr/>
        </p:nvCxnSpPr>
        <p:spPr>
          <a:xfrm flipV="1">
            <a:off x="4748100" y="5349472"/>
            <a:ext cx="2581275" cy="2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645E2EF2-5DA3-F9A4-D7E8-F207409E3D60}"/>
              </a:ext>
            </a:extLst>
          </p:cNvPr>
          <p:cNvCxnSpPr/>
          <p:nvPr/>
        </p:nvCxnSpPr>
        <p:spPr>
          <a:xfrm>
            <a:off x="685800" y="4311863"/>
            <a:ext cx="5280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1C9BCD68-1C22-3973-F4C5-753158B415F3}"/>
              </a:ext>
            </a:extLst>
          </p:cNvPr>
          <p:cNvCxnSpPr/>
          <p:nvPr/>
        </p:nvCxnSpPr>
        <p:spPr>
          <a:xfrm>
            <a:off x="6226000" y="4311863"/>
            <a:ext cx="5280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>
            <a:extLst>
              <a:ext uri="{FF2B5EF4-FFF2-40B4-BE49-F238E27FC236}">
                <a16:creationId xmlns:a16="http://schemas.microsoft.com/office/drawing/2014/main" id="{ECF01602-DEA6-7D12-58F6-9F13CA3E0968}"/>
              </a:ext>
            </a:extLst>
          </p:cNvPr>
          <p:cNvSpPr/>
          <p:nvPr/>
        </p:nvSpPr>
        <p:spPr>
          <a:xfrm>
            <a:off x="685800" y="455250"/>
            <a:ext cx="118000" cy="47000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04FCF26-568B-7EE4-5860-9B9004E9DE79}"/>
              </a:ext>
            </a:extLst>
          </p:cNvPr>
          <p:cNvSpPr txBox="1"/>
          <p:nvPr/>
        </p:nvSpPr>
        <p:spPr>
          <a:xfrm>
            <a:off x="900000" y="435250"/>
            <a:ext cx="5307405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altLang="ja-JP" sz="2400" b="1" dirty="0">
                <a:solidFill>
                  <a:srgbClr val="0E2841"/>
                </a:solidFill>
              </a:rPr>
              <a:t>Supply Chain Dashboard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8AAC915-A710-F7D7-FADC-295C92E79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b="8451"/>
          <a:stretch>
            <a:fillRect/>
          </a:stretch>
        </p:blipFill>
        <p:spPr>
          <a:xfrm>
            <a:off x="2896390" y="2319817"/>
            <a:ext cx="8831784" cy="4028027"/>
          </a:xfrm>
          <a:prstGeom prst="rect">
            <a:avLst/>
          </a:prstGeom>
        </p:spPr>
      </p:pic>
      <p:sp>
        <p:nvSpPr>
          <p:cNvPr id="9" name="PageNumber">
            <a:extLst>
              <a:ext uri="{FF2B5EF4-FFF2-40B4-BE49-F238E27FC236}">
                <a16:creationId xmlns:a16="http://schemas.microsoft.com/office/drawing/2014/main" id="{F36C6B73-2809-FF4A-AD80-2669D38C65F4}"/>
              </a:ext>
            </a:extLst>
          </p:cNvPr>
          <p:cNvSpPr txBox="1"/>
          <p:nvPr/>
        </p:nvSpPr>
        <p:spPr>
          <a:xfrm>
            <a:off x="11430000" y="6470000"/>
            <a:ext cx="60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991D6E7-26CF-767A-0659-EED4BC317907}"/>
              </a:ext>
            </a:extLst>
          </p:cNvPr>
          <p:cNvSpPr txBox="1"/>
          <p:nvPr/>
        </p:nvSpPr>
        <p:spPr>
          <a:xfrm>
            <a:off x="566783" y="1085133"/>
            <a:ext cx="112812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ja-JP" sz="1600" b="1" dirty="0"/>
              <a:t>The Supply Chain Dashboard provides enterprise administrators with a real-time overview of inventory across the pharmaceutical supply chain.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ja-JP" altLang="ja-JP" sz="1600" b="1" dirty="0"/>
              <a:t>The dashboard enables administrators to quickly identify shortages, monitor production progress, and support inventory balancing across the supply chain.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E0BF43-049B-3FE6-5796-41AA80F40D81}"/>
              </a:ext>
            </a:extLst>
          </p:cNvPr>
          <p:cNvSpPr txBox="1"/>
          <p:nvPr/>
        </p:nvSpPr>
        <p:spPr>
          <a:xfrm>
            <a:off x="295350" y="2319817"/>
            <a:ext cx="253372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600" b="1" dirty="0"/>
              <a:t>Key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ja-JP" sz="1600" dirty="0"/>
              <a:t>Ecosystem-wide inventory visibility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ja-JP" sz="1600" dirty="0"/>
              <a:t>Total inventory, surplus, and shortage by medicine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ja-JP" sz="1600" dirty="0"/>
              <a:t>Pending production and ready-to-ship quantities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ja-JP" sz="1600" dirty="0"/>
              <a:t>Medicine-level inventory details across wholesalers and hospitals </a:t>
            </a:r>
          </a:p>
        </p:txBody>
      </p:sp>
    </p:spTree>
    <p:extLst>
      <p:ext uri="{BB962C8B-B14F-4D97-AF65-F5344CB8AC3E}">
        <p14:creationId xmlns:p14="http://schemas.microsoft.com/office/powerpoint/2010/main" val="138743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676</Words>
  <Application>Microsoft Office PowerPoint</Application>
  <PresentationFormat>ワイド画面</PresentationFormat>
  <Paragraphs>218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 Light</vt:lpstr>
      <vt:lpstr>Arial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Yushin Otani</dc:creator>
  <cp:lastModifiedBy>Yushin Otani</cp:lastModifiedBy>
  <cp:revision>5</cp:revision>
  <dcterms:created xsi:type="dcterms:W3CDTF">2026-07-13T11:39:05Z</dcterms:created>
  <dcterms:modified xsi:type="dcterms:W3CDTF">2026-08-03T00:58:44Z</dcterms:modified>
</cp:coreProperties>
</file>